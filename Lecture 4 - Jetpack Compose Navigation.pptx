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0080625" cy="5670550"/>
  <p:notesSz cx="7772400" cy="100584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 name="PlaceHolder 2"/>
          <p:cNvSpPr>
            <a:spLocks noGrp="1"/>
          </p:cNvSpPr>
          <p:nvPr>
            <p:ph type="subTitle"/>
          </p:nvPr>
        </p:nvSpPr>
        <p:spPr>
          <a:xfrm>
            <a:off x="540000" y="1260000"/>
            <a:ext cx="8999280" cy="3959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540000" y="180000"/>
            <a:ext cx="8279280" cy="29181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4"/>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 name="PlaceHolder 4"/>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5" name="PlaceHolder 2"/>
          <p:cNvSpPr>
            <a:spLocks noGrp="1"/>
          </p:cNvSpPr>
          <p:nvPr>
            <p:ph/>
          </p:nvPr>
        </p:nvSpPr>
        <p:spPr>
          <a:xfrm>
            <a:off x="540000" y="12600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 name="PlaceHolder 3"/>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8"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9"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5"/>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3" name="PlaceHolder 2"/>
          <p:cNvSpPr>
            <a:spLocks noGrp="1"/>
          </p:cNvSpPr>
          <p:nvPr>
            <p:ph/>
          </p:nvPr>
        </p:nvSpPr>
        <p:spPr>
          <a:xfrm>
            <a:off x="5400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4" name="PlaceHolder 3"/>
          <p:cNvSpPr>
            <a:spLocks noGrp="1"/>
          </p:cNvSpPr>
          <p:nvPr>
            <p:ph/>
          </p:nvPr>
        </p:nvSpPr>
        <p:spPr>
          <a:xfrm>
            <a:off x="358308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4"/>
          <p:cNvSpPr>
            <a:spLocks noGrp="1"/>
          </p:cNvSpPr>
          <p:nvPr>
            <p:ph/>
          </p:nvPr>
        </p:nvSpPr>
        <p:spPr>
          <a:xfrm>
            <a:off x="66258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5"/>
          <p:cNvSpPr>
            <a:spLocks noGrp="1"/>
          </p:cNvSpPr>
          <p:nvPr>
            <p:ph/>
          </p:nvPr>
        </p:nvSpPr>
        <p:spPr>
          <a:xfrm>
            <a:off x="5400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6"/>
          <p:cNvSpPr>
            <a:spLocks noGrp="1"/>
          </p:cNvSpPr>
          <p:nvPr>
            <p:ph/>
          </p:nvPr>
        </p:nvSpPr>
        <p:spPr>
          <a:xfrm>
            <a:off x="358308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7"/>
          <p:cNvSpPr>
            <a:spLocks noGrp="1"/>
          </p:cNvSpPr>
          <p:nvPr>
            <p:ph/>
          </p:nvPr>
        </p:nvSpPr>
        <p:spPr>
          <a:xfrm>
            <a:off x="66258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9EED3446-9154-43A5-ACAC-A6518DA93BC9}"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8" name="PlaceHolder 2"/>
          <p:cNvSpPr>
            <a:spLocks noGrp="1"/>
          </p:cNvSpPr>
          <p:nvPr>
            <p:ph type="subTitle"/>
          </p:nvPr>
        </p:nvSpPr>
        <p:spPr>
          <a:xfrm>
            <a:off x="540000" y="1260000"/>
            <a:ext cx="8999280" cy="3959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D9E511B5-03BC-481E-B51C-9C7898EBDFED}"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0"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A7DD4678-13F9-4941-B912-0FF389B71B42}"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2"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3"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1273DFB5-6993-4E52-8DE2-9903BE69707C}"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9A0E9448-3856-4924-BCEF-ACBE196E60D6}"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540000" y="180000"/>
            <a:ext cx="8279280" cy="29181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9EEB9649-7975-4929-A6FD-C7EFFA535B24}"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7"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9"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931F914-C305-4613-B4FB-B78DD578867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1"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2"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3" name="PlaceHolder 4"/>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6F9D4760-A39E-464E-B232-65509518FAEF}"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5"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6"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7" name="PlaceHolder 4"/>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5F7B5050-7A79-49D5-9EA3-BD6B5F700783}"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9" name="PlaceHolder 2"/>
          <p:cNvSpPr>
            <a:spLocks noGrp="1"/>
          </p:cNvSpPr>
          <p:nvPr>
            <p:ph/>
          </p:nvPr>
        </p:nvSpPr>
        <p:spPr>
          <a:xfrm>
            <a:off x="540000" y="12600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0" name="PlaceHolder 3"/>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AA291716-7997-4E84-B3AA-880F43BBD772}"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2"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4"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5" name="PlaceHolder 5"/>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DE0ADDD2-3A05-4BE6-8A8F-20912D40BA9A}"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7" name="PlaceHolder 2"/>
          <p:cNvSpPr>
            <a:spLocks noGrp="1"/>
          </p:cNvSpPr>
          <p:nvPr>
            <p:ph/>
          </p:nvPr>
        </p:nvSpPr>
        <p:spPr>
          <a:xfrm>
            <a:off x="5400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3"/>
          <p:cNvSpPr>
            <a:spLocks noGrp="1"/>
          </p:cNvSpPr>
          <p:nvPr>
            <p:ph/>
          </p:nvPr>
        </p:nvSpPr>
        <p:spPr>
          <a:xfrm>
            <a:off x="358308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4"/>
          <p:cNvSpPr>
            <a:spLocks noGrp="1"/>
          </p:cNvSpPr>
          <p:nvPr>
            <p:ph/>
          </p:nvPr>
        </p:nvSpPr>
        <p:spPr>
          <a:xfrm>
            <a:off x="66258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5"/>
          <p:cNvSpPr>
            <a:spLocks noGrp="1"/>
          </p:cNvSpPr>
          <p:nvPr>
            <p:ph/>
          </p:nvPr>
        </p:nvSpPr>
        <p:spPr>
          <a:xfrm>
            <a:off x="5400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6"/>
          <p:cNvSpPr>
            <a:spLocks noGrp="1"/>
          </p:cNvSpPr>
          <p:nvPr>
            <p:ph/>
          </p:nvPr>
        </p:nvSpPr>
        <p:spPr>
          <a:xfrm>
            <a:off x="358308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2" name="PlaceHolder 7"/>
          <p:cNvSpPr>
            <a:spLocks noGrp="1"/>
          </p:cNvSpPr>
          <p:nvPr>
            <p:ph/>
          </p:nvPr>
        </p:nvSpPr>
        <p:spPr>
          <a:xfrm>
            <a:off x="66258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1C083930-6888-47F8-AC1B-0742CC5A33C2}"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D3A5CA30-7C7C-42BD-96C6-5299E8CE5DC2}"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1"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2" name="PlaceHolder 2"/>
          <p:cNvSpPr>
            <a:spLocks noGrp="1"/>
          </p:cNvSpPr>
          <p:nvPr>
            <p:ph type="subTitle"/>
          </p:nvPr>
        </p:nvSpPr>
        <p:spPr>
          <a:xfrm>
            <a:off x="540000" y="1260000"/>
            <a:ext cx="8999280" cy="3959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D643D5F8-BCBB-4EC6-8654-D8C6E710B530}"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4"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369B992F-CC3F-4E44-90B7-0BEAA4ED9F7F}"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6"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7"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ACE722E5-4E6C-4935-8D6F-B6A1BB55D803}"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4FBD69E4-0F52-4079-B6A4-89CFBFE69418}"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9" name="PlaceHolder 1"/>
          <p:cNvSpPr>
            <a:spLocks noGrp="1"/>
          </p:cNvSpPr>
          <p:nvPr>
            <p:ph type="subTitle"/>
          </p:nvPr>
        </p:nvSpPr>
        <p:spPr>
          <a:xfrm>
            <a:off x="540000" y="180000"/>
            <a:ext cx="8279280" cy="29181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8C01BF16-18D2-4EAE-ACA7-40183B1A0150}"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1"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2"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3"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E937B033-BED3-4754-B07C-D4BAA6DA4370}"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5"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6"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7" name="PlaceHolder 4"/>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FFA6E128-E4A1-4A0B-B520-0EEC6841A915}"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9"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0"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1" name="PlaceHolder 4"/>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454772E6-83A7-458B-BA40-0CE08E63602B}"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3" name="PlaceHolder 2"/>
          <p:cNvSpPr>
            <a:spLocks noGrp="1"/>
          </p:cNvSpPr>
          <p:nvPr>
            <p:ph/>
          </p:nvPr>
        </p:nvSpPr>
        <p:spPr>
          <a:xfrm>
            <a:off x="540000" y="12600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4" name="PlaceHolder 3"/>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6810C43F-CA88-49AE-8448-0C399EA69848}"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6"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7"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8"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9" name="PlaceHolder 5"/>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B2F78492-62DF-4C66-AF01-C8A29E2E5504}"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1" name="PlaceHolder 2"/>
          <p:cNvSpPr>
            <a:spLocks noGrp="1"/>
          </p:cNvSpPr>
          <p:nvPr>
            <p:ph/>
          </p:nvPr>
        </p:nvSpPr>
        <p:spPr>
          <a:xfrm>
            <a:off x="5400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2" name="PlaceHolder 3"/>
          <p:cNvSpPr>
            <a:spLocks noGrp="1"/>
          </p:cNvSpPr>
          <p:nvPr>
            <p:ph/>
          </p:nvPr>
        </p:nvSpPr>
        <p:spPr>
          <a:xfrm>
            <a:off x="358308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3" name="PlaceHolder 4"/>
          <p:cNvSpPr>
            <a:spLocks noGrp="1"/>
          </p:cNvSpPr>
          <p:nvPr>
            <p:ph/>
          </p:nvPr>
        </p:nvSpPr>
        <p:spPr>
          <a:xfrm>
            <a:off x="66258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4" name="PlaceHolder 5"/>
          <p:cNvSpPr>
            <a:spLocks noGrp="1"/>
          </p:cNvSpPr>
          <p:nvPr>
            <p:ph/>
          </p:nvPr>
        </p:nvSpPr>
        <p:spPr>
          <a:xfrm>
            <a:off x="5400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5" name="PlaceHolder 6"/>
          <p:cNvSpPr>
            <a:spLocks noGrp="1"/>
          </p:cNvSpPr>
          <p:nvPr>
            <p:ph/>
          </p:nvPr>
        </p:nvSpPr>
        <p:spPr>
          <a:xfrm>
            <a:off x="358308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6" name="PlaceHolder 7"/>
          <p:cNvSpPr>
            <a:spLocks noGrp="1"/>
          </p:cNvSpPr>
          <p:nvPr>
            <p:ph/>
          </p:nvPr>
        </p:nvSpPr>
        <p:spPr>
          <a:xfrm>
            <a:off x="66258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A9A0C266-E9A2-49AE-97E1-F8849A058288}"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2F5AC929-F97D-4E29-8A55-A892105D38E3}"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5"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6" name="PlaceHolder 2"/>
          <p:cNvSpPr>
            <a:spLocks noGrp="1"/>
          </p:cNvSpPr>
          <p:nvPr>
            <p:ph type="subTitle"/>
          </p:nvPr>
        </p:nvSpPr>
        <p:spPr>
          <a:xfrm>
            <a:off x="540000" y="1260000"/>
            <a:ext cx="8999280" cy="3959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07902D80-4374-4D4E-A996-D3C82725BEDC}"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8"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F2728F24-DA13-4042-A34B-B871F9EAEBDF}"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0"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1"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D4AD47B1-149C-4808-9A2C-1CA6A98809C2}"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B36ACE85-F64F-4322-9FB5-F9876954A5D8}"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3" name="PlaceHolder 1"/>
          <p:cNvSpPr>
            <a:spLocks noGrp="1"/>
          </p:cNvSpPr>
          <p:nvPr>
            <p:ph type="subTitle"/>
          </p:nvPr>
        </p:nvSpPr>
        <p:spPr>
          <a:xfrm>
            <a:off x="540000" y="180000"/>
            <a:ext cx="8279280" cy="29181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F91301B3-6A8B-49F8-BC96-68E1A395A8B9}"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5"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6"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7"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5360524F-4F72-40BA-A22B-D6C8770A57F4}"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9"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0"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1" name="PlaceHolder 4"/>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D182D418-EC06-4627-A591-2E53045B1517}"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3"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4"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5" name="PlaceHolder 4"/>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CF96C437-0884-48FA-A918-41D009E97BC4}"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7" name="PlaceHolder 2"/>
          <p:cNvSpPr>
            <a:spLocks noGrp="1"/>
          </p:cNvSpPr>
          <p:nvPr>
            <p:ph/>
          </p:nvPr>
        </p:nvSpPr>
        <p:spPr>
          <a:xfrm>
            <a:off x="540000" y="12600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8" name="PlaceHolder 3"/>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E0B9B44C-8247-419E-A18C-1E52009DC5FE}"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0"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1"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2"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3" name="PlaceHolder 5"/>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7"/>
          </p:nvPr>
        </p:nvSpPr>
        <p:spPr/>
        <p:txBody>
          <a:bodyPr/>
          <a:lstStyle/>
          <a:p>
            <a:r>
              <a:t>Footer</a:t>
            </a:r>
          </a:p>
        </p:txBody>
      </p:sp>
      <p:sp>
        <p:nvSpPr>
          <p:cNvPr id="8" name="PlaceHolder 7"/>
          <p:cNvSpPr>
            <a:spLocks noGrp="1"/>
          </p:cNvSpPr>
          <p:nvPr>
            <p:ph type="sldNum" idx="8"/>
          </p:nvPr>
        </p:nvSpPr>
        <p:spPr/>
        <p:txBody>
          <a:bodyPr/>
          <a:lstStyle/>
          <a:p>
            <a:fld id="{0A7EBE8F-1016-49AF-845D-F68CC41E0E39}" type="slidenum">
              <a:t>‹#›</a:t>
            </a:fld>
            <a:endParaRPr/>
          </a:p>
        </p:txBody>
      </p:sp>
      <p:sp>
        <p:nvSpPr>
          <p:cNvPr id="9" name="PlaceHolder 8"/>
          <p:cNvSpPr>
            <a:spLocks noGrp="1"/>
          </p:cNvSpPr>
          <p:nvPr>
            <p:ph type="dt" idx="9"/>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5" name="PlaceHolder 2"/>
          <p:cNvSpPr>
            <a:spLocks noGrp="1"/>
          </p:cNvSpPr>
          <p:nvPr>
            <p:ph/>
          </p:nvPr>
        </p:nvSpPr>
        <p:spPr>
          <a:xfrm>
            <a:off x="5400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6" name="PlaceHolder 3"/>
          <p:cNvSpPr>
            <a:spLocks noGrp="1"/>
          </p:cNvSpPr>
          <p:nvPr>
            <p:ph/>
          </p:nvPr>
        </p:nvSpPr>
        <p:spPr>
          <a:xfrm>
            <a:off x="358308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7" name="PlaceHolder 4"/>
          <p:cNvSpPr>
            <a:spLocks noGrp="1"/>
          </p:cNvSpPr>
          <p:nvPr>
            <p:ph/>
          </p:nvPr>
        </p:nvSpPr>
        <p:spPr>
          <a:xfrm>
            <a:off x="66258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8" name="PlaceHolder 5"/>
          <p:cNvSpPr>
            <a:spLocks noGrp="1"/>
          </p:cNvSpPr>
          <p:nvPr>
            <p:ph/>
          </p:nvPr>
        </p:nvSpPr>
        <p:spPr>
          <a:xfrm>
            <a:off x="5400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9" name="PlaceHolder 6"/>
          <p:cNvSpPr>
            <a:spLocks noGrp="1"/>
          </p:cNvSpPr>
          <p:nvPr>
            <p:ph/>
          </p:nvPr>
        </p:nvSpPr>
        <p:spPr>
          <a:xfrm>
            <a:off x="358308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0" name="PlaceHolder 7"/>
          <p:cNvSpPr>
            <a:spLocks noGrp="1"/>
          </p:cNvSpPr>
          <p:nvPr>
            <p:ph/>
          </p:nvPr>
        </p:nvSpPr>
        <p:spPr>
          <a:xfrm>
            <a:off x="66258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7"/>
          </p:nvPr>
        </p:nvSpPr>
        <p:spPr/>
        <p:txBody>
          <a:bodyPr/>
          <a:lstStyle/>
          <a:p>
            <a:r>
              <a:t>Footer</a:t>
            </a:r>
          </a:p>
        </p:txBody>
      </p:sp>
      <p:sp>
        <p:nvSpPr>
          <p:cNvPr id="10" name="PlaceHolder 9"/>
          <p:cNvSpPr>
            <a:spLocks noGrp="1"/>
          </p:cNvSpPr>
          <p:nvPr>
            <p:ph type="sldNum" idx="8"/>
          </p:nvPr>
        </p:nvSpPr>
        <p:spPr/>
        <p:txBody>
          <a:bodyPr/>
          <a:lstStyle/>
          <a:p>
            <a:fld id="{855EFBA7-2DBA-4503-AA0A-D2352BDE4CB9}" type="slidenum">
              <a:t>‹#›</a:t>
            </a:fld>
            <a:endParaRPr/>
          </a:p>
        </p:txBody>
      </p:sp>
      <p:sp>
        <p:nvSpPr>
          <p:cNvPr id="11" name="PlaceHolder 10"/>
          <p:cNvSpPr>
            <a:spLocks noGrp="1"/>
          </p:cNvSpPr>
          <p:nvPr>
            <p:ph type="dt" idx="9"/>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lstStyle/>
          <a:p>
            <a:r>
              <a:t>Footer</a:t>
            </a:r>
          </a:p>
        </p:txBody>
      </p:sp>
      <p:sp>
        <p:nvSpPr>
          <p:cNvPr id="3" name="PlaceHolder 2"/>
          <p:cNvSpPr>
            <a:spLocks noGrp="1"/>
          </p:cNvSpPr>
          <p:nvPr>
            <p:ph type="sldNum" idx="11"/>
          </p:nvPr>
        </p:nvSpPr>
        <p:spPr/>
        <p:txBody>
          <a:bodyPr/>
          <a:lstStyle/>
          <a:p>
            <a:fld id="{42976E00-5928-48E7-96B4-17EE82B8D617}" type="slidenum">
              <a:t>‹#›</a:t>
            </a:fld>
            <a:endParaRPr/>
          </a:p>
        </p:txBody>
      </p:sp>
      <p:sp>
        <p:nvSpPr>
          <p:cNvPr id="4" name="PlaceHolder 3"/>
          <p:cNvSpPr>
            <a:spLocks noGrp="1"/>
          </p:cNvSpPr>
          <p:nvPr>
            <p:ph type="dt" idx="12"/>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0" name="PlaceHolder 2"/>
          <p:cNvSpPr>
            <a:spLocks noGrp="1"/>
          </p:cNvSpPr>
          <p:nvPr>
            <p:ph type="subTitle"/>
          </p:nvPr>
        </p:nvSpPr>
        <p:spPr>
          <a:xfrm>
            <a:off x="540000" y="1260000"/>
            <a:ext cx="8999280" cy="3959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0097CD6C-487E-4BCD-89F2-910212F81021}"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2"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05EEF55C-589C-4E33-A85C-F6C2CBD1C344}"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4"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5"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AAC578BB-F01F-416C-BC04-ABD307B21172}" type="slidenum">
              <a:t>‹#›</a:t>
            </a:fld>
            <a:endParaRPr/>
          </a:p>
        </p:txBody>
      </p:sp>
      <p:sp>
        <p:nvSpPr>
          <p:cNvPr id="7" name="PlaceHolder 6"/>
          <p:cNvSpPr>
            <a:spLocks noGrp="1"/>
          </p:cNvSpPr>
          <p:nvPr>
            <p:ph type="dt" idx="12"/>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078FB45F-91D1-498B-995C-8E0F4C9B17F9}" type="slidenum">
              <a:t>‹#›</a:t>
            </a:fld>
            <a:endParaRPr/>
          </a:p>
        </p:txBody>
      </p:sp>
      <p:sp>
        <p:nvSpPr>
          <p:cNvPr id="5" name="PlaceHolder 4"/>
          <p:cNvSpPr>
            <a:spLocks noGrp="1"/>
          </p:cNvSpPr>
          <p:nvPr>
            <p:ph type="dt" idx="12"/>
          </p:nvPr>
        </p:nvSpPr>
        <p:spPr/>
        <p:txBody>
          <a:body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540000" y="180000"/>
            <a:ext cx="8279280" cy="29181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D64596E4-ED78-4150-A6FD-9AD14AA77542}" type="slidenum">
              <a:t>‹#›</a:t>
            </a:fld>
            <a:endParaRPr/>
          </a:p>
        </p:txBody>
      </p:sp>
      <p:sp>
        <p:nvSpPr>
          <p:cNvPr id="5" name="PlaceHolder 4"/>
          <p:cNvSpPr>
            <a:spLocks noGrp="1"/>
          </p:cNvSpPr>
          <p:nvPr>
            <p:ph type="dt" idx="12"/>
          </p:nvPr>
        </p:nvSpPr>
        <p:spPr/>
        <p:txBody>
          <a:body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9"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0" name="PlaceHolder 3"/>
          <p:cNvSpPr>
            <a:spLocks noGrp="1"/>
          </p:cNvSpPr>
          <p:nvPr>
            <p:ph/>
          </p:nvPr>
        </p:nvSpPr>
        <p:spPr>
          <a:xfrm>
            <a:off x="51516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1"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15A8DB14-5E41-457A-A28B-3B88112A0296}"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3" name="PlaceHolder 2"/>
          <p:cNvSpPr>
            <a:spLocks noGrp="1"/>
          </p:cNvSpPr>
          <p:nvPr>
            <p:ph/>
          </p:nvPr>
        </p:nvSpPr>
        <p:spPr>
          <a:xfrm>
            <a:off x="540000" y="1260000"/>
            <a:ext cx="4391640" cy="3959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4"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5" name="PlaceHolder 4"/>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830BC2FA-AE06-4DC5-9D15-71E902F57139}"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7"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8"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9" name="PlaceHolder 4"/>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2783BD9A-2A1E-4DBA-8BE5-47C759AE66A1}"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1" name="PlaceHolder 2"/>
          <p:cNvSpPr>
            <a:spLocks noGrp="1"/>
          </p:cNvSpPr>
          <p:nvPr>
            <p:ph/>
          </p:nvPr>
        </p:nvSpPr>
        <p:spPr>
          <a:xfrm>
            <a:off x="540000" y="12600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2" name="PlaceHolder 3"/>
          <p:cNvSpPr>
            <a:spLocks noGrp="1"/>
          </p:cNvSpPr>
          <p:nvPr>
            <p:ph/>
          </p:nvPr>
        </p:nvSpPr>
        <p:spPr>
          <a:xfrm>
            <a:off x="540000" y="3328200"/>
            <a:ext cx="899928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5E69B7B4-1087-4516-91B0-FA3FF26F1C8C}" type="slidenum">
              <a:t>‹#›</a:t>
            </a:fld>
            <a:endParaRPr/>
          </a:p>
        </p:txBody>
      </p:sp>
      <p:sp>
        <p:nvSpPr>
          <p:cNvPr id="7" name="PlaceHolder 6"/>
          <p:cNvSpPr>
            <a:spLocks noGrp="1"/>
          </p:cNvSpPr>
          <p:nvPr>
            <p:ph type="dt" idx="12"/>
          </p:nvPr>
        </p:nvSpPr>
        <p:spPr/>
        <p:txBody>
          <a:body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4" name="PlaceHolder 2"/>
          <p:cNvSpPr>
            <a:spLocks noGrp="1"/>
          </p:cNvSpPr>
          <p:nvPr>
            <p:ph/>
          </p:nvPr>
        </p:nvSpPr>
        <p:spPr>
          <a:xfrm>
            <a:off x="5400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5" name="PlaceHolder 3"/>
          <p:cNvSpPr>
            <a:spLocks noGrp="1"/>
          </p:cNvSpPr>
          <p:nvPr>
            <p:ph/>
          </p:nvPr>
        </p:nvSpPr>
        <p:spPr>
          <a:xfrm>
            <a:off x="5151600" y="12600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6" name="PlaceHolder 4"/>
          <p:cNvSpPr>
            <a:spLocks noGrp="1"/>
          </p:cNvSpPr>
          <p:nvPr>
            <p:ph/>
          </p:nvPr>
        </p:nvSpPr>
        <p:spPr>
          <a:xfrm>
            <a:off x="5400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7" name="PlaceHolder 5"/>
          <p:cNvSpPr>
            <a:spLocks noGrp="1"/>
          </p:cNvSpPr>
          <p:nvPr>
            <p:ph/>
          </p:nvPr>
        </p:nvSpPr>
        <p:spPr>
          <a:xfrm>
            <a:off x="5151600" y="3328200"/>
            <a:ext cx="4391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0"/>
          </p:nvPr>
        </p:nvSpPr>
        <p:spPr/>
        <p:txBody>
          <a:bodyPr/>
          <a:lstStyle/>
          <a:p>
            <a:r>
              <a:t>Footer</a:t>
            </a:r>
          </a:p>
        </p:txBody>
      </p:sp>
      <p:sp>
        <p:nvSpPr>
          <p:cNvPr id="8" name="PlaceHolder 7"/>
          <p:cNvSpPr>
            <a:spLocks noGrp="1"/>
          </p:cNvSpPr>
          <p:nvPr>
            <p:ph type="sldNum" idx="11"/>
          </p:nvPr>
        </p:nvSpPr>
        <p:spPr/>
        <p:txBody>
          <a:bodyPr/>
          <a:lstStyle/>
          <a:p>
            <a:fld id="{3E8413F5-16E2-4FEB-980A-4CDBAC0DF24C}" type="slidenum">
              <a:t>‹#›</a:t>
            </a:fld>
            <a:endParaRPr/>
          </a:p>
        </p:txBody>
      </p:sp>
      <p:sp>
        <p:nvSpPr>
          <p:cNvPr id="9" name="PlaceHolder 8"/>
          <p:cNvSpPr>
            <a:spLocks noGrp="1"/>
          </p:cNvSpPr>
          <p:nvPr>
            <p:ph type="dt" idx="12"/>
          </p:nvPr>
        </p:nvSpPr>
        <p:spPr/>
        <p:txBody>
          <a:body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9" name="PlaceHolder 2"/>
          <p:cNvSpPr>
            <a:spLocks noGrp="1"/>
          </p:cNvSpPr>
          <p:nvPr>
            <p:ph/>
          </p:nvPr>
        </p:nvSpPr>
        <p:spPr>
          <a:xfrm>
            <a:off x="5400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0" name="PlaceHolder 3"/>
          <p:cNvSpPr>
            <a:spLocks noGrp="1"/>
          </p:cNvSpPr>
          <p:nvPr>
            <p:ph/>
          </p:nvPr>
        </p:nvSpPr>
        <p:spPr>
          <a:xfrm>
            <a:off x="358308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1" name="PlaceHolder 4"/>
          <p:cNvSpPr>
            <a:spLocks noGrp="1"/>
          </p:cNvSpPr>
          <p:nvPr>
            <p:ph/>
          </p:nvPr>
        </p:nvSpPr>
        <p:spPr>
          <a:xfrm>
            <a:off x="6625800" y="12600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2" name="PlaceHolder 5"/>
          <p:cNvSpPr>
            <a:spLocks noGrp="1"/>
          </p:cNvSpPr>
          <p:nvPr>
            <p:ph/>
          </p:nvPr>
        </p:nvSpPr>
        <p:spPr>
          <a:xfrm>
            <a:off x="5400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3" name="PlaceHolder 6"/>
          <p:cNvSpPr>
            <a:spLocks noGrp="1"/>
          </p:cNvSpPr>
          <p:nvPr>
            <p:ph/>
          </p:nvPr>
        </p:nvSpPr>
        <p:spPr>
          <a:xfrm>
            <a:off x="358308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4" name="PlaceHolder 7"/>
          <p:cNvSpPr>
            <a:spLocks noGrp="1"/>
          </p:cNvSpPr>
          <p:nvPr>
            <p:ph/>
          </p:nvPr>
        </p:nvSpPr>
        <p:spPr>
          <a:xfrm>
            <a:off x="6625800" y="3328200"/>
            <a:ext cx="2897640" cy="18885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0"/>
          </p:nvPr>
        </p:nvSpPr>
        <p:spPr/>
        <p:txBody>
          <a:bodyPr/>
          <a:lstStyle/>
          <a:p>
            <a:r>
              <a:t>Footer</a:t>
            </a:r>
          </a:p>
        </p:txBody>
      </p:sp>
      <p:sp>
        <p:nvSpPr>
          <p:cNvPr id="10" name="PlaceHolder 9"/>
          <p:cNvSpPr>
            <a:spLocks noGrp="1"/>
          </p:cNvSpPr>
          <p:nvPr>
            <p:ph type="sldNum" idx="11"/>
          </p:nvPr>
        </p:nvSpPr>
        <p:spPr/>
        <p:txBody>
          <a:bodyPr/>
          <a:lstStyle/>
          <a:p>
            <a:fld id="{78A49D76-581D-4365-99A5-0722A5CA82F7}" type="slidenum">
              <a:t>‹#›</a:t>
            </a:fld>
            <a:endParaRPr/>
          </a:p>
        </p:txBody>
      </p:sp>
      <p:sp>
        <p:nvSpPr>
          <p:cNvPr id="11" name="PlaceHolder 10"/>
          <p:cNvSpPr>
            <a:spLocks noGrp="1"/>
          </p:cNvSpPr>
          <p:nvPr>
            <p:ph type="dt"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3.png"/><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p:cNvPicPr/>
          <p:nvPr/>
        </p:nvPicPr>
        <p:blipFill>
          <a:blip r:embed="rId14"/>
          <a:stretch/>
        </p:blipFill>
        <p:spPr>
          <a:xfrm>
            <a:off x="360000" y="1440000"/>
            <a:ext cx="9121680" cy="1439280"/>
          </a:xfrm>
          <a:prstGeom prst="rect">
            <a:avLst/>
          </a:prstGeom>
          <a:ln w="25200">
            <a:noFill/>
          </a:ln>
        </p:spPr>
      </p:pic>
      <p:sp>
        <p:nvSpPr>
          <p:cNvPr id="4"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r>
              <a:rPr lang="en-US" sz="1800" b="0" strike="noStrike" spc="-1">
                <a:latin typeface="Arial"/>
              </a:rPr>
              <a:t>Click to edit the title text format</a:t>
            </a:r>
          </a:p>
        </p:txBody>
      </p:sp>
      <p:sp>
        <p:nvSpPr>
          <p:cNvPr id="2"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Rectangle 38"/>
          <p:cNvSpPr/>
          <p:nvPr/>
        </p:nvSpPr>
        <p:spPr>
          <a:xfrm>
            <a:off x="0" y="-8640"/>
            <a:ext cx="10079280" cy="906120"/>
          </a:xfrm>
          <a:prstGeom prst="rect">
            <a:avLst/>
          </a:prstGeom>
          <a:noFill/>
          <a:ln w="0">
            <a:noFill/>
          </a:ln>
        </p:spPr>
        <p:style>
          <a:lnRef idx="0">
            <a:scrgbClr r="0" g="0" b="0"/>
          </a:lnRef>
          <a:fillRef idx="0">
            <a:scrgbClr r="0" g="0" b="0"/>
          </a:fillRef>
          <a:effectRef idx="0">
            <a:scrgbClr r="0" g="0" b="0"/>
          </a:effectRef>
          <a:fontRef idx="minor"/>
        </p:style>
      </p:sp>
      <p:pic>
        <p:nvPicPr>
          <p:cNvPr id="40" name="Picture 39"/>
          <p:cNvPicPr/>
          <p:nvPr/>
        </p:nvPicPr>
        <p:blipFill>
          <a:blip r:embed="rId14"/>
          <a:stretch/>
        </p:blipFill>
        <p:spPr>
          <a:xfrm>
            <a:off x="8820000" y="90000"/>
            <a:ext cx="755280" cy="719280"/>
          </a:xfrm>
          <a:prstGeom prst="rect">
            <a:avLst/>
          </a:prstGeom>
          <a:ln w="25200">
            <a:noFill/>
          </a:ln>
        </p:spPr>
      </p:pic>
      <p:pic>
        <p:nvPicPr>
          <p:cNvPr id="41" name="Picture 40"/>
          <p:cNvPicPr/>
          <p:nvPr/>
        </p:nvPicPr>
        <p:blipFill>
          <a:blip r:embed="rId15"/>
          <a:stretch/>
        </p:blipFill>
        <p:spPr>
          <a:xfrm>
            <a:off x="180000" y="5220000"/>
            <a:ext cx="9719280" cy="179280"/>
          </a:xfrm>
          <a:prstGeom prst="rect">
            <a:avLst/>
          </a:prstGeom>
          <a:ln w="25200">
            <a:noFill/>
          </a:ln>
        </p:spPr>
      </p:pic>
      <p:sp>
        <p:nvSpPr>
          <p:cNvPr id="42" name="PlaceHolder 1"/>
          <p:cNvSpPr>
            <a:spLocks noGrp="1"/>
          </p:cNvSpPr>
          <p:nvPr>
            <p:ph type="ftr" idx="1"/>
          </p:nvPr>
        </p:nvSpPr>
        <p:spPr>
          <a:xfrm>
            <a:off x="3420000" y="5400000"/>
            <a:ext cx="3239280" cy="269280"/>
          </a:xfrm>
          <a:prstGeom prst="rect">
            <a:avLst/>
          </a:prstGeom>
          <a:noFill/>
          <a:ln w="0">
            <a:noFill/>
          </a:ln>
        </p:spPr>
        <p:txBody>
          <a:bodyPr lIns="0" tIns="0" rIns="0" bIns="0" anchor="t">
            <a:noAutofit/>
          </a:bodyPr>
          <a:lstStyle>
            <a:lvl1pPr algn="ctr">
              <a:lnSpc>
                <a:spcPct val="100000"/>
              </a:lnSpc>
              <a:buNone/>
              <a:defRPr lang="en-US" sz="1400" b="0" strike="noStrike" spc="-1">
                <a:latin typeface="Arial"/>
              </a:defRPr>
            </a:lvl1pPr>
          </a:lstStyle>
          <a:p>
            <a:pPr algn="ctr">
              <a:lnSpc>
                <a:spcPct val="100000"/>
              </a:lnSpc>
              <a:buNone/>
            </a:pPr>
            <a:r>
              <a:rPr lang="en-US" sz="1400" b="0" strike="noStrike" spc="-1">
                <a:latin typeface="Arial"/>
              </a:rPr>
              <a:t>&lt;footer&gt;</a:t>
            </a:r>
            <a:endParaRPr lang="en-US" sz="1400" b="0" strike="noStrike" spc="-1">
              <a:latin typeface="Times New Roman"/>
            </a:endParaRPr>
          </a:p>
        </p:txBody>
      </p:sp>
      <p:sp>
        <p:nvSpPr>
          <p:cNvPr id="43" name="PlaceHolder 2"/>
          <p:cNvSpPr>
            <a:spLocks noGrp="1"/>
          </p:cNvSpPr>
          <p:nvPr>
            <p:ph type="sldNum" idx="2"/>
          </p:nvPr>
        </p:nvSpPr>
        <p:spPr>
          <a:xfrm>
            <a:off x="7200000" y="5400000"/>
            <a:ext cx="2339280" cy="269280"/>
          </a:xfrm>
          <a:prstGeom prst="rect">
            <a:avLst/>
          </a:prstGeom>
          <a:noFill/>
          <a:ln w="0">
            <a:noFill/>
          </a:ln>
        </p:spPr>
        <p:txBody>
          <a:bodyPr lIns="0" tIns="0" rIns="0" bIns="0" anchor="t">
            <a:noAutofit/>
          </a:bodyPr>
          <a:lstStyle>
            <a:lvl1pPr algn="r">
              <a:lnSpc>
                <a:spcPct val="100000"/>
              </a:lnSpc>
              <a:buNone/>
              <a:defRPr lang="en-US" sz="1400" b="0" strike="noStrike" spc="-1">
                <a:latin typeface="Arial"/>
              </a:defRPr>
            </a:lvl1pPr>
          </a:lstStyle>
          <a:p>
            <a:pPr algn="r">
              <a:lnSpc>
                <a:spcPct val="100000"/>
              </a:lnSpc>
              <a:buNone/>
            </a:pPr>
            <a:fld id="{2F55F94F-6083-435B-9902-DC0C3B38C277}" type="slidenum">
              <a:rPr lang="en-US" sz="1400" b="0" strike="noStrike" spc="-1">
                <a:latin typeface="Arial"/>
              </a:rPr>
              <a:t>‹#›</a:t>
            </a:fld>
            <a:endParaRPr lang="en-US" sz="1400" b="0" strike="noStrike" spc="-1">
              <a:latin typeface="Times New Roman"/>
            </a:endParaRPr>
          </a:p>
        </p:txBody>
      </p:sp>
      <p:sp>
        <p:nvSpPr>
          <p:cNvPr id="44" name="PlaceHolder 3"/>
          <p:cNvSpPr>
            <a:spLocks noGrp="1"/>
          </p:cNvSpPr>
          <p:nvPr>
            <p:ph type="dt" idx="3"/>
          </p:nvPr>
        </p:nvSpPr>
        <p:spPr>
          <a:xfrm>
            <a:off x="540000" y="5400000"/>
            <a:ext cx="2339280" cy="269280"/>
          </a:xfrm>
          <a:prstGeom prst="rect">
            <a:avLst/>
          </a:prstGeom>
          <a:noFill/>
          <a:ln w="0">
            <a:noFill/>
          </a:ln>
        </p:spPr>
        <p:txBody>
          <a:bodyPr lIns="0" tIns="0" rIns="0" bIns="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45"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6"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3" name="Rectangle 82"/>
          <p:cNvSpPr/>
          <p:nvPr/>
        </p:nvSpPr>
        <p:spPr>
          <a:xfrm>
            <a:off x="0" y="-8640"/>
            <a:ext cx="10079280" cy="906120"/>
          </a:xfrm>
          <a:prstGeom prst="rect">
            <a:avLst/>
          </a:prstGeom>
          <a:noFill/>
          <a:ln w="0">
            <a:noFill/>
          </a:ln>
        </p:spPr>
        <p:style>
          <a:lnRef idx="0">
            <a:scrgbClr r="0" g="0" b="0"/>
          </a:lnRef>
          <a:fillRef idx="0">
            <a:scrgbClr r="0" g="0" b="0"/>
          </a:fillRef>
          <a:effectRef idx="0">
            <a:scrgbClr r="0" g="0" b="0"/>
          </a:effectRef>
          <a:fontRef idx="minor"/>
        </p:style>
      </p:sp>
      <p:pic>
        <p:nvPicPr>
          <p:cNvPr id="84" name="Picture 83"/>
          <p:cNvPicPr/>
          <p:nvPr/>
        </p:nvPicPr>
        <p:blipFill>
          <a:blip r:embed="rId14"/>
          <a:stretch/>
        </p:blipFill>
        <p:spPr>
          <a:xfrm>
            <a:off x="8820000" y="90000"/>
            <a:ext cx="755280" cy="719280"/>
          </a:xfrm>
          <a:prstGeom prst="rect">
            <a:avLst/>
          </a:prstGeom>
          <a:ln w="25200">
            <a:noFill/>
          </a:ln>
        </p:spPr>
      </p:pic>
      <p:pic>
        <p:nvPicPr>
          <p:cNvPr id="85" name="Picture 84"/>
          <p:cNvPicPr/>
          <p:nvPr/>
        </p:nvPicPr>
        <p:blipFill>
          <a:blip r:embed="rId15"/>
          <a:stretch/>
        </p:blipFill>
        <p:spPr>
          <a:xfrm>
            <a:off x="180000" y="5220000"/>
            <a:ext cx="9719280" cy="179280"/>
          </a:xfrm>
          <a:prstGeom prst="rect">
            <a:avLst/>
          </a:prstGeom>
          <a:ln w="25200">
            <a:noFill/>
          </a:ln>
        </p:spPr>
      </p:pic>
      <p:sp>
        <p:nvSpPr>
          <p:cNvPr id="86" name="PlaceHolder 1"/>
          <p:cNvSpPr>
            <a:spLocks noGrp="1"/>
          </p:cNvSpPr>
          <p:nvPr>
            <p:ph type="ftr" idx="4"/>
          </p:nvPr>
        </p:nvSpPr>
        <p:spPr>
          <a:xfrm>
            <a:off x="3420000" y="5400000"/>
            <a:ext cx="3239280" cy="269280"/>
          </a:xfrm>
          <a:prstGeom prst="rect">
            <a:avLst/>
          </a:prstGeom>
          <a:noFill/>
          <a:ln w="0">
            <a:noFill/>
          </a:ln>
        </p:spPr>
        <p:txBody>
          <a:bodyPr lIns="0" tIns="0" rIns="0" bIns="0" anchor="t">
            <a:noAutofit/>
          </a:bodyPr>
          <a:lstStyle>
            <a:lvl1pPr algn="ctr">
              <a:lnSpc>
                <a:spcPct val="100000"/>
              </a:lnSpc>
              <a:buNone/>
              <a:defRPr lang="en-US" sz="1400" b="0" strike="noStrike" spc="-1">
                <a:latin typeface="Arial"/>
              </a:defRPr>
            </a:lvl1pPr>
          </a:lstStyle>
          <a:p>
            <a:pPr algn="ctr">
              <a:lnSpc>
                <a:spcPct val="100000"/>
              </a:lnSpc>
              <a:buNone/>
            </a:pPr>
            <a:r>
              <a:rPr lang="en-US" sz="1400" b="0" strike="noStrike" spc="-1">
                <a:latin typeface="Arial"/>
              </a:rPr>
              <a:t>&lt;footer&gt;</a:t>
            </a:r>
            <a:endParaRPr lang="en-US" sz="1400" b="0" strike="noStrike" spc="-1">
              <a:latin typeface="Times New Roman"/>
            </a:endParaRPr>
          </a:p>
        </p:txBody>
      </p:sp>
      <p:sp>
        <p:nvSpPr>
          <p:cNvPr id="87" name="PlaceHolder 2"/>
          <p:cNvSpPr>
            <a:spLocks noGrp="1"/>
          </p:cNvSpPr>
          <p:nvPr>
            <p:ph type="sldNum" idx="5"/>
          </p:nvPr>
        </p:nvSpPr>
        <p:spPr>
          <a:xfrm>
            <a:off x="7200000" y="5400000"/>
            <a:ext cx="2339280" cy="269280"/>
          </a:xfrm>
          <a:prstGeom prst="rect">
            <a:avLst/>
          </a:prstGeom>
          <a:noFill/>
          <a:ln w="0">
            <a:noFill/>
          </a:ln>
        </p:spPr>
        <p:txBody>
          <a:bodyPr lIns="0" tIns="0" rIns="0" bIns="0" anchor="t">
            <a:noAutofit/>
          </a:bodyPr>
          <a:lstStyle>
            <a:lvl1pPr algn="r">
              <a:lnSpc>
                <a:spcPct val="100000"/>
              </a:lnSpc>
              <a:buNone/>
              <a:defRPr lang="en-US" sz="1400" b="0" strike="noStrike" spc="-1">
                <a:latin typeface="Arial"/>
              </a:defRPr>
            </a:lvl1pPr>
          </a:lstStyle>
          <a:p>
            <a:pPr algn="r">
              <a:lnSpc>
                <a:spcPct val="100000"/>
              </a:lnSpc>
              <a:buNone/>
            </a:pPr>
            <a:fld id="{DA89A455-61F0-4FE9-AFD0-985FB00AF2F4}" type="slidenum">
              <a:rPr lang="en-US" sz="1400" b="0" strike="noStrike" spc="-1">
                <a:latin typeface="Arial"/>
              </a:rPr>
              <a:t>‹#›</a:t>
            </a:fld>
            <a:endParaRPr lang="en-US" sz="1400" b="0" strike="noStrike" spc="-1">
              <a:latin typeface="Times New Roman"/>
            </a:endParaRPr>
          </a:p>
        </p:txBody>
      </p:sp>
      <p:sp>
        <p:nvSpPr>
          <p:cNvPr id="88" name="PlaceHolder 3"/>
          <p:cNvSpPr>
            <a:spLocks noGrp="1"/>
          </p:cNvSpPr>
          <p:nvPr>
            <p:ph type="dt" idx="6"/>
          </p:nvPr>
        </p:nvSpPr>
        <p:spPr>
          <a:xfrm>
            <a:off x="540000" y="5400000"/>
            <a:ext cx="2339280" cy="269280"/>
          </a:xfrm>
          <a:prstGeom prst="rect">
            <a:avLst/>
          </a:prstGeom>
          <a:noFill/>
          <a:ln w="0">
            <a:noFill/>
          </a:ln>
        </p:spPr>
        <p:txBody>
          <a:bodyPr lIns="0" tIns="0" rIns="0" bIns="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89"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90"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7" name="Rectangle 126"/>
          <p:cNvSpPr/>
          <p:nvPr/>
        </p:nvSpPr>
        <p:spPr>
          <a:xfrm>
            <a:off x="0" y="-8640"/>
            <a:ext cx="10079280" cy="906120"/>
          </a:xfrm>
          <a:prstGeom prst="rect">
            <a:avLst/>
          </a:prstGeom>
          <a:noFill/>
          <a:ln w="0">
            <a:noFill/>
          </a:ln>
        </p:spPr>
        <p:style>
          <a:lnRef idx="0">
            <a:scrgbClr r="0" g="0" b="0"/>
          </a:lnRef>
          <a:fillRef idx="0">
            <a:scrgbClr r="0" g="0" b="0"/>
          </a:fillRef>
          <a:effectRef idx="0">
            <a:scrgbClr r="0" g="0" b="0"/>
          </a:effectRef>
          <a:fontRef idx="minor"/>
        </p:style>
      </p:sp>
      <p:pic>
        <p:nvPicPr>
          <p:cNvPr id="128" name="Picture 127"/>
          <p:cNvPicPr/>
          <p:nvPr/>
        </p:nvPicPr>
        <p:blipFill>
          <a:blip r:embed="rId14"/>
          <a:stretch/>
        </p:blipFill>
        <p:spPr>
          <a:xfrm>
            <a:off x="8820000" y="90000"/>
            <a:ext cx="755280" cy="719280"/>
          </a:xfrm>
          <a:prstGeom prst="rect">
            <a:avLst/>
          </a:prstGeom>
          <a:ln w="25200">
            <a:noFill/>
          </a:ln>
        </p:spPr>
      </p:pic>
      <p:pic>
        <p:nvPicPr>
          <p:cNvPr id="129" name="Picture 128"/>
          <p:cNvPicPr/>
          <p:nvPr/>
        </p:nvPicPr>
        <p:blipFill>
          <a:blip r:embed="rId15"/>
          <a:stretch/>
        </p:blipFill>
        <p:spPr>
          <a:xfrm>
            <a:off x="180000" y="5220000"/>
            <a:ext cx="9719280" cy="179280"/>
          </a:xfrm>
          <a:prstGeom prst="rect">
            <a:avLst/>
          </a:prstGeom>
          <a:ln w="25200">
            <a:noFill/>
          </a:ln>
        </p:spPr>
      </p:pic>
      <p:sp>
        <p:nvSpPr>
          <p:cNvPr id="13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r>
              <a:rPr lang="en-US" sz="1800" b="0" strike="noStrike" spc="-1">
                <a:latin typeface="Arial"/>
              </a:rPr>
              <a:t>Click to edit the title text format</a:t>
            </a:r>
          </a:p>
        </p:txBody>
      </p:sp>
      <p:sp>
        <p:nvSpPr>
          <p:cNvPr id="131" name="PlaceHolder 2"/>
          <p:cNvSpPr>
            <a:spLocks noGrp="1"/>
          </p:cNvSpPr>
          <p:nvPr>
            <p:ph type="body"/>
          </p:nvPr>
        </p:nvSpPr>
        <p:spPr>
          <a:xfrm>
            <a:off x="540000" y="1260000"/>
            <a:ext cx="8999280" cy="3959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132" name="PlaceHolder 3"/>
          <p:cNvSpPr>
            <a:spLocks noGrp="1"/>
          </p:cNvSpPr>
          <p:nvPr>
            <p:ph type="ftr" idx="7"/>
          </p:nvPr>
        </p:nvSpPr>
        <p:spPr>
          <a:xfrm>
            <a:off x="3420000" y="5400000"/>
            <a:ext cx="3239280" cy="269280"/>
          </a:xfrm>
          <a:prstGeom prst="rect">
            <a:avLst/>
          </a:prstGeom>
          <a:noFill/>
          <a:ln w="0">
            <a:noFill/>
          </a:ln>
        </p:spPr>
        <p:txBody>
          <a:bodyPr lIns="0" tIns="0" rIns="0" bIns="0" anchor="t">
            <a:noAutofit/>
          </a:bodyPr>
          <a:lstStyle>
            <a:lvl1pPr algn="ctr">
              <a:lnSpc>
                <a:spcPct val="100000"/>
              </a:lnSpc>
              <a:buNone/>
              <a:defRPr lang="en-US" sz="1400" b="0" strike="noStrike" spc="-1">
                <a:latin typeface="Arial"/>
              </a:defRPr>
            </a:lvl1pPr>
          </a:lstStyle>
          <a:p>
            <a:pPr algn="ctr">
              <a:lnSpc>
                <a:spcPct val="100000"/>
              </a:lnSpc>
              <a:buNone/>
            </a:pPr>
            <a:r>
              <a:rPr lang="en-US" sz="1400" b="0" strike="noStrike" spc="-1">
                <a:latin typeface="Arial"/>
              </a:rPr>
              <a:t>&lt;footer&gt;</a:t>
            </a:r>
            <a:endParaRPr lang="en-US" sz="1400" b="0" strike="noStrike" spc="-1">
              <a:latin typeface="Times New Roman"/>
            </a:endParaRPr>
          </a:p>
        </p:txBody>
      </p:sp>
      <p:sp>
        <p:nvSpPr>
          <p:cNvPr id="133" name="PlaceHolder 4"/>
          <p:cNvSpPr>
            <a:spLocks noGrp="1"/>
          </p:cNvSpPr>
          <p:nvPr>
            <p:ph type="sldNum" idx="8"/>
          </p:nvPr>
        </p:nvSpPr>
        <p:spPr>
          <a:xfrm>
            <a:off x="7200000" y="5400000"/>
            <a:ext cx="2339280" cy="269280"/>
          </a:xfrm>
          <a:prstGeom prst="rect">
            <a:avLst/>
          </a:prstGeom>
          <a:noFill/>
          <a:ln w="0">
            <a:noFill/>
          </a:ln>
        </p:spPr>
        <p:txBody>
          <a:bodyPr lIns="0" tIns="0" rIns="0" bIns="0" anchor="t">
            <a:noAutofit/>
          </a:bodyPr>
          <a:lstStyle>
            <a:lvl1pPr algn="r">
              <a:lnSpc>
                <a:spcPct val="100000"/>
              </a:lnSpc>
              <a:buNone/>
              <a:defRPr lang="en-US" sz="1400" b="0" strike="noStrike" spc="-1">
                <a:latin typeface="Arial"/>
              </a:defRPr>
            </a:lvl1pPr>
          </a:lstStyle>
          <a:p>
            <a:pPr algn="r">
              <a:lnSpc>
                <a:spcPct val="100000"/>
              </a:lnSpc>
              <a:buNone/>
            </a:pPr>
            <a:fld id="{3C27B3ED-050F-4719-986F-31F964E1F419}" type="slidenum">
              <a:rPr lang="en-US" sz="1400" b="0" strike="noStrike" spc="-1">
                <a:latin typeface="Arial"/>
              </a:rPr>
              <a:t>‹#›</a:t>
            </a:fld>
            <a:endParaRPr lang="en-US" sz="1400" b="0" strike="noStrike" spc="-1">
              <a:latin typeface="Times New Roman"/>
            </a:endParaRPr>
          </a:p>
        </p:txBody>
      </p:sp>
      <p:sp>
        <p:nvSpPr>
          <p:cNvPr id="134" name="PlaceHolder 5"/>
          <p:cNvSpPr>
            <a:spLocks noGrp="1"/>
          </p:cNvSpPr>
          <p:nvPr>
            <p:ph type="dt" idx="9"/>
          </p:nvPr>
        </p:nvSpPr>
        <p:spPr>
          <a:xfrm>
            <a:off x="540000" y="5400000"/>
            <a:ext cx="2339280" cy="269280"/>
          </a:xfrm>
          <a:prstGeom prst="rect">
            <a:avLst/>
          </a:prstGeom>
          <a:noFill/>
          <a:ln w="0">
            <a:noFill/>
          </a:ln>
        </p:spPr>
        <p:txBody>
          <a:bodyPr lIns="0" tIns="0" rIns="0" bIns="0" anchor="t">
            <a:noAutofit/>
          </a:bodyPr>
          <a:lstStyle>
            <a:lvl1pPr>
              <a:defRPr lang="en-US" sz="1400" b="0" strike="noStrike" spc="-1">
                <a:latin typeface="Times New Roman"/>
              </a:defRPr>
            </a:lvl1pPr>
          </a:lstStyle>
          <a:p>
            <a:r>
              <a:rPr lang="en-US" sz="1400" b="0" strike="noStrike" spc="-1">
                <a:latin typeface="Times New Roman"/>
              </a:rPr>
              <a:t>&lt;date/time&gt;</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Rectangle 170"/>
          <p:cNvSpPr/>
          <p:nvPr/>
        </p:nvSpPr>
        <p:spPr>
          <a:xfrm>
            <a:off x="0" y="-8640"/>
            <a:ext cx="10079280" cy="906120"/>
          </a:xfrm>
          <a:prstGeom prst="rect">
            <a:avLst/>
          </a:prstGeom>
          <a:noFill/>
          <a:ln w="0">
            <a:noFill/>
          </a:ln>
        </p:spPr>
        <p:style>
          <a:lnRef idx="0">
            <a:scrgbClr r="0" g="0" b="0"/>
          </a:lnRef>
          <a:fillRef idx="0">
            <a:scrgbClr r="0" g="0" b="0"/>
          </a:fillRef>
          <a:effectRef idx="0">
            <a:scrgbClr r="0" g="0" b="0"/>
          </a:effectRef>
          <a:fontRef idx="minor"/>
        </p:style>
      </p:sp>
      <p:pic>
        <p:nvPicPr>
          <p:cNvPr id="172" name="Picture 171"/>
          <p:cNvPicPr/>
          <p:nvPr/>
        </p:nvPicPr>
        <p:blipFill>
          <a:blip r:embed="rId14"/>
          <a:stretch/>
        </p:blipFill>
        <p:spPr>
          <a:xfrm>
            <a:off x="8820000" y="90000"/>
            <a:ext cx="755280" cy="719280"/>
          </a:xfrm>
          <a:prstGeom prst="rect">
            <a:avLst/>
          </a:prstGeom>
          <a:ln w="25200">
            <a:noFill/>
          </a:ln>
        </p:spPr>
      </p:pic>
      <p:pic>
        <p:nvPicPr>
          <p:cNvPr id="173" name="Picture 172"/>
          <p:cNvPicPr/>
          <p:nvPr/>
        </p:nvPicPr>
        <p:blipFill>
          <a:blip r:embed="rId15"/>
          <a:stretch/>
        </p:blipFill>
        <p:spPr>
          <a:xfrm>
            <a:off x="180000" y="5220000"/>
            <a:ext cx="9719280" cy="179280"/>
          </a:xfrm>
          <a:prstGeom prst="rect">
            <a:avLst/>
          </a:prstGeom>
          <a:ln w="25200">
            <a:noFill/>
          </a:ln>
        </p:spPr>
      </p:pic>
      <p:sp>
        <p:nvSpPr>
          <p:cNvPr id="174" name="PlaceHolder 1"/>
          <p:cNvSpPr>
            <a:spLocks noGrp="1"/>
          </p:cNvSpPr>
          <p:nvPr>
            <p:ph type="ftr" idx="10"/>
          </p:nvPr>
        </p:nvSpPr>
        <p:spPr>
          <a:xfrm>
            <a:off x="3420000" y="5400000"/>
            <a:ext cx="3239280" cy="269280"/>
          </a:xfrm>
          <a:prstGeom prst="rect">
            <a:avLst/>
          </a:prstGeom>
          <a:noFill/>
          <a:ln w="0">
            <a:noFill/>
          </a:ln>
        </p:spPr>
        <p:txBody>
          <a:bodyPr lIns="0" tIns="0" rIns="0" bIns="0" anchor="t">
            <a:noAutofit/>
          </a:bodyPr>
          <a:lstStyle>
            <a:lvl1pPr algn="ctr">
              <a:lnSpc>
                <a:spcPct val="100000"/>
              </a:lnSpc>
              <a:buNone/>
              <a:defRPr lang="en-US" sz="1400" b="0" strike="noStrike" spc="-1">
                <a:latin typeface="Arial"/>
              </a:defRPr>
            </a:lvl1pPr>
          </a:lstStyle>
          <a:p>
            <a:pPr algn="ctr">
              <a:lnSpc>
                <a:spcPct val="100000"/>
              </a:lnSpc>
              <a:buNone/>
            </a:pPr>
            <a:r>
              <a:rPr lang="en-US" sz="1400" b="0" strike="noStrike" spc="-1">
                <a:latin typeface="Arial"/>
              </a:rPr>
              <a:t>&lt;footer&gt;</a:t>
            </a:r>
            <a:endParaRPr lang="en-US" sz="1400" b="0" strike="noStrike" spc="-1">
              <a:latin typeface="Times New Roman"/>
            </a:endParaRPr>
          </a:p>
        </p:txBody>
      </p:sp>
      <p:sp>
        <p:nvSpPr>
          <p:cNvPr id="175" name="PlaceHolder 2"/>
          <p:cNvSpPr>
            <a:spLocks noGrp="1"/>
          </p:cNvSpPr>
          <p:nvPr>
            <p:ph type="sldNum" idx="11"/>
          </p:nvPr>
        </p:nvSpPr>
        <p:spPr>
          <a:xfrm>
            <a:off x="7200000" y="5400000"/>
            <a:ext cx="2339280" cy="269280"/>
          </a:xfrm>
          <a:prstGeom prst="rect">
            <a:avLst/>
          </a:prstGeom>
          <a:noFill/>
          <a:ln w="0">
            <a:noFill/>
          </a:ln>
        </p:spPr>
        <p:txBody>
          <a:bodyPr lIns="0" tIns="0" rIns="0" bIns="0" anchor="t">
            <a:noAutofit/>
          </a:bodyPr>
          <a:lstStyle>
            <a:lvl1pPr algn="r">
              <a:lnSpc>
                <a:spcPct val="100000"/>
              </a:lnSpc>
              <a:buNone/>
              <a:defRPr lang="en-US" sz="1400" b="0" strike="noStrike" spc="-1">
                <a:latin typeface="Arial"/>
              </a:defRPr>
            </a:lvl1pPr>
          </a:lstStyle>
          <a:p>
            <a:pPr algn="r">
              <a:lnSpc>
                <a:spcPct val="100000"/>
              </a:lnSpc>
              <a:buNone/>
            </a:pPr>
            <a:fld id="{728A8373-A211-4FD5-B22C-5BE63D86AD07}" type="slidenum">
              <a:rPr lang="en-US" sz="1400" b="0" strike="noStrike" spc="-1">
                <a:latin typeface="Arial"/>
              </a:rPr>
              <a:t>‹#›</a:t>
            </a:fld>
            <a:endParaRPr lang="en-US" sz="1400" b="0" strike="noStrike" spc="-1">
              <a:latin typeface="Times New Roman"/>
            </a:endParaRPr>
          </a:p>
        </p:txBody>
      </p:sp>
      <p:sp>
        <p:nvSpPr>
          <p:cNvPr id="176" name="PlaceHolder 3"/>
          <p:cNvSpPr>
            <a:spLocks noGrp="1"/>
          </p:cNvSpPr>
          <p:nvPr>
            <p:ph type="dt" idx="12"/>
          </p:nvPr>
        </p:nvSpPr>
        <p:spPr>
          <a:xfrm>
            <a:off x="540000" y="5400000"/>
            <a:ext cx="2339280" cy="269280"/>
          </a:xfrm>
          <a:prstGeom prst="rect">
            <a:avLst/>
          </a:prstGeom>
          <a:noFill/>
          <a:ln w="0">
            <a:noFill/>
          </a:ln>
        </p:spPr>
        <p:txBody>
          <a:bodyPr lIns="0" tIns="0" rIns="0" bIns="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177" name="PlaceHolder 4"/>
          <p:cNvSpPr>
            <a:spLocks noGrp="1"/>
          </p:cNvSpPr>
          <p:nvPr>
            <p:ph type="title"/>
          </p:nvPr>
        </p:nvSpPr>
        <p:spPr>
          <a:xfrm>
            <a:off x="504000" y="226080"/>
            <a:ext cx="9072000" cy="946440"/>
          </a:xfrm>
          <a:prstGeom prst="rect">
            <a:avLst/>
          </a:prstGeom>
          <a:solidFill>
            <a:srgbClr val="729FCF"/>
          </a:solidFill>
          <a:ln w="0">
            <a:solidFill>
              <a:srgbClr val="3465A4"/>
            </a:solidFill>
          </a:ln>
        </p:spPr>
        <p:txBody>
          <a:bodyPr lIns="90000" tIns="45000" rIns="90000" bIns="45000" anchor="t">
            <a:noAutofit/>
          </a:bodyPr>
          <a:lstStyle/>
          <a:p>
            <a:pPr algn="ctr">
              <a:buNone/>
            </a:pPr>
            <a:r>
              <a:rPr lang="en-US" sz="4400" b="0" strike="noStrike" spc="-1">
                <a:latin typeface="Arial"/>
              </a:rPr>
              <a:t>Click to edit the title text format</a:t>
            </a:r>
          </a:p>
        </p:txBody>
      </p:sp>
      <p:sp>
        <p:nvSpPr>
          <p:cNvPr id="178" name="PlaceHolder 5"/>
          <p:cNvSpPr>
            <a:spLocks noGrp="1"/>
          </p:cNvSpPr>
          <p:nvPr>
            <p:ph type="body"/>
          </p:nvPr>
        </p:nvSpPr>
        <p:spPr>
          <a:xfrm>
            <a:off x="504000" y="1326600"/>
            <a:ext cx="9072000" cy="3288600"/>
          </a:xfrm>
          <a:prstGeom prst="rect">
            <a:avLst/>
          </a:prstGeom>
          <a:solidFill>
            <a:srgbClr val="729FCF"/>
          </a:solidFill>
          <a:ln w="0">
            <a:solidFill>
              <a:srgbClr val="3465A4"/>
            </a:solid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7.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540000" y="1620000"/>
            <a:ext cx="7559280" cy="989280"/>
          </a:xfrm>
          <a:prstGeom prst="rect">
            <a:avLst/>
          </a:prstGeom>
          <a:noFill/>
          <a:ln w="0">
            <a:noFill/>
          </a:ln>
        </p:spPr>
        <p:txBody>
          <a:bodyPr lIns="0" tIns="0" rIns="0" bIns="0" anchor="ctr">
            <a:noAutofit/>
          </a:bodyPr>
          <a:lstStyle/>
          <a:p>
            <a:pPr algn="ctr">
              <a:lnSpc>
                <a:spcPct val="100000"/>
              </a:lnSpc>
              <a:buNone/>
            </a:pPr>
            <a:r>
              <a:rPr lang="en-US" sz="3300" b="0" strike="noStrike" spc="-1">
                <a:solidFill>
                  <a:srgbClr val="FF8000"/>
                </a:solidFill>
                <a:highlight>
                  <a:srgbClr val="FFFFFF"/>
                </a:highlight>
                <a:latin typeface="Arial"/>
              </a:rPr>
              <a:t>Jetpack Compose Navigation</a:t>
            </a:r>
            <a:endParaRPr lang="en-US" sz="33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540000" y="1620000"/>
            <a:ext cx="7559280" cy="989280"/>
          </a:xfrm>
          <a:prstGeom prst="rect">
            <a:avLst/>
          </a:prstGeom>
          <a:noFill/>
          <a:ln w="0">
            <a:noFill/>
          </a:ln>
        </p:spPr>
        <p:txBody>
          <a:bodyPr lIns="0" tIns="0" rIns="0" bIns="0" anchor="ctr">
            <a:noAutofit/>
          </a:bodyPr>
          <a:lstStyle/>
          <a:p>
            <a:pPr algn="ctr">
              <a:lnSpc>
                <a:spcPct val="100000"/>
              </a:lnSpc>
              <a:buNone/>
            </a:pPr>
            <a:r>
              <a:rPr lang="en-US" sz="3300" b="0" strike="noStrike" spc="-1">
                <a:solidFill>
                  <a:srgbClr val="FF8000"/>
                </a:solidFill>
                <a:highlight>
                  <a:srgbClr val="FFFFFF"/>
                </a:highlight>
                <a:latin typeface="Arial"/>
              </a:rPr>
              <a:t>Lesson 4 - Navigations</a:t>
            </a:r>
            <a:endParaRPr lang="en-US" sz="33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540000" y="1620000"/>
            <a:ext cx="7559280" cy="989280"/>
          </a:xfrm>
          <a:prstGeom prst="rect">
            <a:avLst/>
          </a:prstGeom>
          <a:noFill/>
          <a:ln w="0">
            <a:noFill/>
          </a:ln>
        </p:spPr>
        <p:txBody>
          <a:bodyPr lIns="0" tIns="0" rIns="0" bIns="0" anchor="ctr">
            <a:noAutofit/>
          </a:bodyPr>
          <a:lstStyle/>
          <a:p>
            <a:pPr algn="ctr">
              <a:lnSpc>
                <a:spcPct val="100000"/>
              </a:lnSpc>
              <a:buNone/>
            </a:pPr>
            <a:r>
              <a:rPr lang="en-US" sz="3300" b="0" strike="noStrike" spc="-1">
                <a:solidFill>
                  <a:srgbClr val="FF8000"/>
                </a:solidFill>
                <a:highlight>
                  <a:srgbClr val="FFFFFF"/>
                </a:highlight>
                <a:latin typeface="Arial"/>
              </a:rPr>
              <a:t>Intents</a:t>
            </a:r>
            <a:endParaRPr lang="en-US" sz="33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Intent and its types</a:t>
            </a:r>
            <a:endParaRPr lang="en-US" sz="2700" b="0" strike="noStrike" spc="-1">
              <a:latin typeface="Arial"/>
            </a:endParaRPr>
          </a:p>
        </p:txBody>
      </p:sp>
      <p:sp>
        <p:nvSpPr>
          <p:cNvPr id="219" name="PlaceHolder 5"/>
          <p:cNvSpPr txBox="1"/>
          <p:nvPr/>
        </p:nvSpPr>
        <p:spPr>
          <a:xfrm>
            <a:off x="540000" y="91440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An intent is an abstract description of an operation to be performedAn intent is an abstract description of an operation to be performed</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It can be used with startActivity to launch an Activity, broadcast or service.</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An Intent provides a facility for performing late runtime binding between the code in different applications</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Its most significant use is in the launching of activities, where it can be thought of as the glue / bridge between activities</a:t>
            </a:r>
          </a:p>
        </p:txBody>
      </p:sp>
      <p:pic>
        <p:nvPicPr>
          <p:cNvPr id="220" name="Picture 219"/>
          <p:cNvPicPr/>
          <p:nvPr/>
        </p:nvPicPr>
        <p:blipFill>
          <a:blip r:embed="rId2"/>
          <a:stretch/>
        </p:blipFill>
        <p:spPr>
          <a:xfrm>
            <a:off x="1828800" y="3407760"/>
            <a:ext cx="6483240" cy="1850040"/>
          </a:xfrm>
          <a:prstGeom prst="rect">
            <a:avLst/>
          </a:prstGeom>
          <a:ln w="0">
            <a:noFill/>
          </a:ln>
        </p:spPr>
      </p:pic>
      <p:sp>
        <p:nvSpPr>
          <p:cNvPr id="3" name="PlaceHolder 2"/>
          <p:cNvSpPr>
            <a:spLocks noGrp="1"/>
          </p:cNvSpPr>
          <p:nvPr>
            <p:ph type="sldNum" idx="11"/>
          </p:nvPr>
        </p:nvSpPr>
        <p:spPr/>
        <p:txBody>
          <a:bodyPr/>
          <a:lstStyle/>
          <a:p>
            <a:fld id="{C5F1B535-A94D-4456-A5C2-E42E00167480}" type="slidenum">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8"/>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Intent Structure</a:t>
            </a:r>
            <a:endParaRPr lang="en-US" sz="2700" b="0" strike="noStrike" spc="-1">
              <a:latin typeface="Arial"/>
            </a:endParaRPr>
          </a:p>
        </p:txBody>
      </p:sp>
      <p:sp>
        <p:nvSpPr>
          <p:cNvPr id="222" name="PlaceHolder 9"/>
          <p:cNvSpPr txBox="1"/>
          <p:nvPr/>
        </p:nvSpPr>
        <p:spPr>
          <a:xfrm>
            <a:off x="540000" y="91440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2000" b="0" strike="noStrike" spc="-1">
                <a:latin typeface="Arial"/>
              </a:rPr>
              <a:t>The primary pieces of information in an intent are:</a:t>
            </a:r>
          </a:p>
          <a:p>
            <a:pPr marL="864000" lvl="1" indent="-324000">
              <a:lnSpc>
                <a:spcPct val="100000"/>
              </a:lnSpc>
              <a:spcBef>
                <a:spcPts val="1134"/>
              </a:spcBef>
              <a:buClr>
                <a:srgbClr val="000000"/>
              </a:buClr>
              <a:buSzPct val="75000"/>
              <a:buFont typeface="Symbol" charset="2"/>
              <a:buChar char=""/>
            </a:pPr>
            <a:r>
              <a:rPr lang="en-US" sz="2000" b="1" strike="noStrike" spc="-1">
                <a:latin typeface="Arial"/>
              </a:rPr>
              <a:t>action</a:t>
            </a:r>
            <a:r>
              <a:rPr lang="en-US" sz="2000" b="0" strike="noStrike" spc="-1">
                <a:latin typeface="Arial"/>
              </a:rPr>
              <a:t> -- The general action to be performed, such as ACTION_VIEW, ACTION_EDIT, ACTION_MAIN, etc.</a:t>
            </a:r>
          </a:p>
          <a:p>
            <a:pPr marL="864000" lvl="1" indent="-324000">
              <a:lnSpc>
                <a:spcPct val="100000"/>
              </a:lnSpc>
              <a:spcBef>
                <a:spcPts val="1134"/>
              </a:spcBef>
              <a:buClr>
                <a:srgbClr val="000000"/>
              </a:buClr>
              <a:buSzPct val="75000"/>
              <a:buFont typeface="Symbol" charset="2"/>
              <a:buChar char=""/>
            </a:pPr>
            <a:r>
              <a:rPr lang="en-US" sz="2000" b="1" strike="noStrike" spc="-1">
                <a:latin typeface="Arial"/>
              </a:rPr>
              <a:t>data</a:t>
            </a:r>
            <a:r>
              <a:rPr lang="en-US" sz="2000" b="0" strike="noStrike" spc="-1">
                <a:latin typeface="Arial"/>
              </a:rPr>
              <a:t> -- The data to operate on, such as a person record in the contacts database, expressed as a Uri.</a:t>
            </a:r>
          </a:p>
          <a:p>
            <a:pPr marL="864000" lvl="1" indent="-324000">
              <a:lnSpc>
                <a:spcPct val="100000"/>
              </a:lnSpc>
              <a:spcBef>
                <a:spcPts val="1134"/>
              </a:spcBef>
              <a:buClr>
                <a:srgbClr val="000000"/>
              </a:buClr>
              <a:buSzPct val="75000"/>
              <a:buFont typeface="Symbol" charset="2"/>
              <a:buChar char=""/>
            </a:pPr>
            <a:r>
              <a:rPr lang="en-US" sz="2000" b="0" strike="noStrike" spc="-1">
                <a:latin typeface="Arial"/>
              </a:rPr>
              <a:t>Some examples of action/data pairs are:</a:t>
            </a:r>
          </a:p>
          <a:p>
            <a:pPr marL="1296000" lvl="2" indent="-288000">
              <a:lnSpc>
                <a:spcPct val="100000"/>
              </a:lnSpc>
              <a:spcBef>
                <a:spcPts val="850"/>
              </a:spcBef>
              <a:buClr>
                <a:srgbClr val="000000"/>
              </a:buClr>
              <a:buSzPct val="45000"/>
              <a:buFont typeface="Wingdings" charset="2"/>
              <a:buChar char=""/>
            </a:pPr>
            <a:r>
              <a:rPr lang="en-US" sz="2000" b="1" strike="noStrike" spc="-1">
                <a:latin typeface="Arial"/>
              </a:rPr>
              <a:t>ACTION_VIEW</a:t>
            </a:r>
            <a:r>
              <a:rPr lang="en-US" sz="2000" b="0" strike="noStrike" spc="-1">
                <a:latin typeface="Arial"/>
              </a:rPr>
              <a:t> content://contacts/people/1 -- Display information about the person whose identifier is "1".</a:t>
            </a:r>
          </a:p>
          <a:p>
            <a:pPr marL="1296000" lvl="2" indent="-288000">
              <a:lnSpc>
                <a:spcPct val="100000"/>
              </a:lnSpc>
              <a:spcBef>
                <a:spcPts val="850"/>
              </a:spcBef>
              <a:buClr>
                <a:srgbClr val="000000"/>
              </a:buClr>
              <a:buSzPct val="45000"/>
              <a:buFont typeface="Wingdings" charset="2"/>
              <a:buChar char=""/>
            </a:pPr>
            <a:r>
              <a:rPr lang="en-US" sz="2000" b="1" strike="noStrike" spc="-1">
                <a:latin typeface="Arial"/>
              </a:rPr>
              <a:t>ACTION_DIAL</a:t>
            </a:r>
            <a:r>
              <a:rPr lang="en-US" sz="2000" b="0" strike="noStrike" spc="-1">
                <a:latin typeface="Arial"/>
              </a:rPr>
              <a:t> content://contacts/people/1 -- Display the phone dialer with the person filled in.</a:t>
            </a:r>
          </a:p>
        </p:txBody>
      </p:sp>
      <p:sp>
        <p:nvSpPr>
          <p:cNvPr id="2" name="PlaceHolder 1"/>
          <p:cNvSpPr>
            <a:spLocks noGrp="1"/>
          </p:cNvSpPr>
          <p:nvPr>
            <p:ph type="sldNum" idx="11"/>
          </p:nvPr>
        </p:nvSpPr>
        <p:spPr/>
        <p:txBody>
          <a:bodyPr/>
          <a:lstStyle/>
          <a:p>
            <a:fld id="{BA05EBDF-DA03-4636-A6EA-316C468CC952}" type="slidenum">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6"/>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Intent and its types (Contd...)</a:t>
            </a:r>
            <a:endParaRPr lang="en-US" sz="2700" b="0" strike="noStrike" spc="-1">
              <a:latin typeface="Arial"/>
            </a:endParaRPr>
          </a:p>
        </p:txBody>
      </p:sp>
      <p:sp>
        <p:nvSpPr>
          <p:cNvPr id="224" name="PlaceHolder 7"/>
          <p:cNvSpPr txBox="1"/>
          <p:nvPr/>
        </p:nvSpPr>
        <p:spPr>
          <a:xfrm>
            <a:off x="540000" y="126000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2000" b="0" strike="noStrike" spc="-1">
                <a:latin typeface="Arial"/>
              </a:rPr>
              <a:t>There are two types of intents</a:t>
            </a:r>
          </a:p>
          <a:p>
            <a:pPr marL="864000" lvl="1" indent="-324000">
              <a:lnSpc>
                <a:spcPct val="100000"/>
              </a:lnSpc>
              <a:spcBef>
                <a:spcPts val="1134"/>
              </a:spcBef>
              <a:buClr>
                <a:srgbClr val="000000"/>
              </a:buClr>
              <a:buSzPct val="75000"/>
              <a:buFont typeface="Symbol" charset="2"/>
              <a:buChar char=""/>
            </a:pPr>
            <a:r>
              <a:rPr lang="en-US" sz="2000" b="0" strike="noStrike" spc="-1">
                <a:latin typeface="Arial"/>
              </a:rPr>
              <a:t>Explicit Intent</a:t>
            </a:r>
          </a:p>
          <a:p>
            <a:pPr marL="1296000" lvl="2" indent="-288000">
              <a:lnSpc>
                <a:spcPct val="100000"/>
              </a:lnSpc>
              <a:spcBef>
                <a:spcPts val="850"/>
              </a:spcBef>
              <a:buClr>
                <a:srgbClr val="000000"/>
              </a:buClr>
              <a:buSzPct val="45000"/>
              <a:buFont typeface="Wingdings" charset="2"/>
              <a:buChar char=""/>
            </a:pPr>
            <a:r>
              <a:rPr lang="en-US" sz="2000" b="0" strike="noStrike" spc="-1">
                <a:latin typeface="Arial"/>
              </a:rPr>
              <a:t>Where the destination component is explicitly defined, i-e notifying where or what we want to do specifically explaining the destination component.</a:t>
            </a:r>
          </a:p>
          <a:p>
            <a:pPr marL="864000" lvl="1" indent="-324000">
              <a:lnSpc>
                <a:spcPct val="100000"/>
              </a:lnSpc>
              <a:spcBef>
                <a:spcPts val="1134"/>
              </a:spcBef>
              <a:buClr>
                <a:srgbClr val="000000"/>
              </a:buClr>
              <a:buSzPct val="75000"/>
              <a:buFont typeface="Symbol" charset="2"/>
              <a:buChar char=""/>
            </a:pPr>
            <a:r>
              <a:rPr lang="en-US" sz="2000" b="0" strike="noStrike" spc="-1">
                <a:latin typeface="Arial"/>
              </a:rPr>
              <a:t>Implicit Intent</a:t>
            </a:r>
          </a:p>
          <a:p>
            <a:pPr marL="1296000" lvl="2" indent="-288000">
              <a:lnSpc>
                <a:spcPct val="100000"/>
              </a:lnSpc>
              <a:spcBef>
                <a:spcPts val="850"/>
              </a:spcBef>
              <a:buClr>
                <a:srgbClr val="000000"/>
              </a:buClr>
              <a:buSzPct val="45000"/>
              <a:buFont typeface="Wingdings" charset="2"/>
              <a:buChar char=""/>
            </a:pPr>
            <a:r>
              <a:rPr lang="en-US" sz="2000" b="0" strike="noStrike" spc="-1">
                <a:latin typeface="Arial"/>
              </a:rPr>
              <a:t>When we don’t specify the destination component, instead provide enough information for the operating system to start the task based the provided information in the form of actions, data and categories.</a:t>
            </a:r>
          </a:p>
        </p:txBody>
      </p:sp>
      <p:sp>
        <p:nvSpPr>
          <p:cNvPr id="2" name="PlaceHolder 1"/>
          <p:cNvSpPr>
            <a:spLocks noGrp="1"/>
          </p:cNvSpPr>
          <p:nvPr>
            <p:ph type="sldNum" idx="11"/>
          </p:nvPr>
        </p:nvSpPr>
        <p:spPr/>
        <p:txBody>
          <a:bodyPr/>
          <a:lstStyle/>
          <a:p>
            <a:fld id="{C96204CE-639D-4DEA-93C5-E9AA0D772EFC}" type="slidenum">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0"/>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Explicit Intent</a:t>
            </a:r>
            <a:endParaRPr lang="en-US" sz="2700" b="0" strike="noStrike" spc="-1">
              <a:latin typeface="Arial"/>
            </a:endParaRPr>
          </a:p>
        </p:txBody>
      </p:sp>
      <p:sp>
        <p:nvSpPr>
          <p:cNvPr id="226" name="PlaceHolder 11"/>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2000" b="0" strike="noStrike" spc="-1">
                <a:latin typeface="Arial"/>
              </a:rPr>
              <a:t>To launch another activity (usually in response to an event), create an Intent object and call startActivity with it:</a:t>
            </a:r>
          </a:p>
          <a:p>
            <a:pPr marL="432000" indent="-324000">
              <a:lnSpc>
                <a:spcPct val="100000"/>
              </a:lnSpc>
              <a:spcBef>
                <a:spcPts val="1417"/>
              </a:spcBef>
              <a:buClr>
                <a:srgbClr val="FF6600"/>
              </a:buClr>
              <a:buSzPct val="45000"/>
              <a:buFont typeface="Wingdings" charset="2"/>
              <a:buChar char=""/>
            </a:pPr>
            <a:endParaRPr lang="en-US" sz="2000" b="0" strike="noStrike" spc="-1">
              <a:latin typeface="Arial"/>
            </a:endParaRPr>
          </a:p>
          <a:p>
            <a:pPr marL="432000" indent="-324000">
              <a:lnSpc>
                <a:spcPct val="100000"/>
              </a:lnSpc>
              <a:spcBef>
                <a:spcPts val="1417"/>
              </a:spcBef>
              <a:buClr>
                <a:srgbClr val="FF6600"/>
              </a:buClr>
              <a:buSzPct val="45000"/>
              <a:buFont typeface="Wingdings" charset="2"/>
              <a:buChar char=""/>
            </a:pPr>
            <a:r>
              <a:rPr lang="en-US" sz="2000" b="0" strike="noStrike" spc="-1">
                <a:latin typeface="Arial"/>
              </a:rPr>
              <a:t>If you need to pass any parameters or data to the second activity, call putExtra on the intent.</a:t>
            </a:r>
          </a:p>
        </p:txBody>
      </p:sp>
      <p:pic>
        <p:nvPicPr>
          <p:cNvPr id="227" name="Picture 226"/>
          <p:cNvPicPr/>
          <p:nvPr/>
        </p:nvPicPr>
        <p:blipFill>
          <a:blip r:embed="rId2"/>
          <a:stretch/>
        </p:blipFill>
        <p:spPr>
          <a:xfrm>
            <a:off x="1179000" y="1461240"/>
            <a:ext cx="8458200" cy="730080"/>
          </a:xfrm>
          <a:prstGeom prst="rect">
            <a:avLst/>
          </a:prstGeom>
          <a:ln w="0">
            <a:noFill/>
          </a:ln>
        </p:spPr>
      </p:pic>
      <p:pic>
        <p:nvPicPr>
          <p:cNvPr id="228" name="Picture 227"/>
          <p:cNvPicPr/>
          <p:nvPr/>
        </p:nvPicPr>
        <p:blipFill>
          <a:blip r:embed="rId3"/>
          <a:stretch/>
        </p:blipFill>
        <p:spPr>
          <a:xfrm>
            <a:off x="1143000" y="2824560"/>
            <a:ext cx="8001000" cy="1004400"/>
          </a:xfrm>
          <a:prstGeom prst="rect">
            <a:avLst/>
          </a:prstGeom>
          <a:ln w="0">
            <a:noFill/>
          </a:ln>
        </p:spPr>
      </p:pic>
      <p:sp>
        <p:nvSpPr>
          <p:cNvPr id="2" name="PlaceHolder 1"/>
          <p:cNvSpPr>
            <a:spLocks noGrp="1"/>
          </p:cNvSpPr>
          <p:nvPr>
            <p:ph type="sldNum" idx="11"/>
          </p:nvPr>
        </p:nvSpPr>
        <p:spPr/>
        <p:txBody>
          <a:bodyPr/>
          <a:lstStyle/>
          <a:p>
            <a:fld id="{345A293C-C285-4177-BE3B-5A16E0D6AF3E}" type="slidenum">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2"/>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Extracting Data</a:t>
            </a:r>
            <a:endParaRPr lang="en-US" sz="2700" b="0" strike="noStrike" spc="-1">
              <a:latin typeface="Arial"/>
            </a:endParaRPr>
          </a:p>
        </p:txBody>
      </p:sp>
      <p:sp>
        <p:nvSpPr>
          <p:cNvPr id="230" name="PlaceHolder 13"/>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2000" b="0" strike="noStrike" spc="-1">
                <a:latin typeface="Arial"/>
              </a:rPr>
              <a:t>In the second activity that was invoked, you can grab any extra data that was passed to it by the calling activity.</a:t>
            </a:r>
          </a:p>
          <a:p>
            <a:pPr marL="864000" lvl="1" indent="-324000">
              <a:lnSpc>
                <a:spcPct val="100000"/>
              </a:lnSpc>
              <a:spcBef>
                <a:spcPts val="1134"/>
              </a:spcBef>
              <a:buClr>
                <a:srgbClr val="FF6600"/>
              </a:buClr>
              <a:buSzPct val="75000"/>
              <a:buFont typeface="Symbol" charset="2"/>
              <a:buChar char=""/>
            </a:pPr>
            <a:r>
              <a:rPr lang="en-US" sz="2000" b="0" strike="noStrike" spc="-1">
                <a:latin typeface="Arial"/>
              </a:rPr>
              <a:t>Access the Intent that spawned you by calling getIntent.</a:t>
            </a:r>
          </a:p>
          <a:p>
            <a:pPr marL="864000" lvl="1" indent="-324000">
              <a:lnSpc>
                <a:spcPct val="100000"/>
              </a:lnSpc>
              <a:spcBef>
                <a:spcPts val="1134"/>
              </a:spcBef>
              <a:buClr>
                <a:srgbClr val="FF6600"/>
              </a:buClr>
              <a:buSzPct val="75000"/>
              <a:buFont typeface="Symbol" charset="2"/>
              <a:buChar char=""/>
            </a:pPr>
            <a:r>
              <a:rPr lang="en-US" sz="2000" b="0" strike="noStrike" spc="-1">
                <a:latin typeface="Arial"/>
              </a:rPr>
              <a:t>The Intent has methods like getIntExtra, getStringExtra, etc. to extract data that was stored inside the intent.</a:t>
            </a:r>
          </a:p>
        </p:txBody>
      </p:sp>
      <p:pic>
        <p:nvPicPr>
          <p:cNvPr id="231" name="Picture 230"/>
          <p:cNvPicPr/>
          <p:nvPr/>
        </p:nvPicPr>
        <p:blipFill>
          <a:blip r:embed="rId2"/>
          <a:stretch/>
        </p:blipFill>
        <p:spPr>
          <a:xfrm>
            <a:off x="1600200" y="2743200"/>
            <a:ext cx="6730920" cy="2561040"/>
          </a:xfrm>
          <a:prstGeom prst="rect">
            <a:avLst/>
          </a:prstGeom>
          <a:ln w="0">
            <a:noFill/>
          </a:ln>
        </p:spPr>
      </p:pic>
      <p:sp>
        <p:nvSpPr>
          <p:cNvPr id="2" name="PlaceHolder 1"/>
          <p:cNvSpPr>
            <a:spLocks noGrp="1"/>
          </p:cNvSpPr>
          <p:nvPr>
            <p:ph type="sldNum" idx="11"/>
          </p:nvPr>
        </p:nvSpPr>
        <p:spPr/>
        <p:txBody>
          <a:bodyPr/>
          <a:lstStyle/>
          <a:p>
            <a:fld id="{1F79E3DF-32A9-4379-B033-DD867AB8572A}" type="slidenum">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4"/>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Implicit Intents</a:t>
            </a:r>
            <a:endParaRPr lang="en-US" sz="2700" b="0" strike="noStrike" spc="-1">
              <a:latin typeface="Arial"/>
            </a:endParaRPr>
          </a:p>
        </p:txBody>
      </p:sp>
      <p:sp>
        <p:nvSpPr>
          <p:cNvPr id="233" name="PlaceHolder 15"/>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Implicit Intent doesn’t specify the component. In such a case, intent provides information on available components provided by the system that is to be invoked.</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When you use an implicit intent, the Android system finds the appropriate component to start by comparing the contents of the intent to the intent filters declared in the manifest file of other apps on the device</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If the intent matches an intent filter, the system starts that component and delivers it the Intent object</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If multiple intent filters are compatible, the system displays a dialog so the user can pick which app to use.</a:t>
            </a:r>
          </a:p>
        </p:txBody>
      </p:sp>
      <p:pic>
        <p:nvPicPr>
          <p:cNvPr id="234" name="Picture 233"/>
          <p:cNvPicPr/>
          <p:nvPr/>
        </p:nvPicPr>
        <p:blipFill>
          <a:blip r:embed="rId2"/>
          <a:stretch/>
        </p:blipFill>
        <p:spPr>
          <a:xfrm>
            <a:off x="2720880" y="3429000"/>
            <a:ext cx="4137120" cy="1909440"/>
          </a:xfrm>
          <a:prstGeom prst="rect">
            <a:avLst/>
          </a:prstGeom>
          <a:ln w="0">
            <a:noFill/>
          </a:ln>
        </p:spPr>
      </p:pic>
      <p:sp>
        <p:nvSpPr>
          <p:cNvPr id="2" name="PlaceHolder 1"/>
          <p:cNvSpPr>
            <a:spLocks noGrp="1"/>
          </p:cNvSpPr>
          <p:nvPr>
            <p:ph type="sldNum" idx="11"/>
          </p:nvPr>
        </p:nvSpPr>
        <p:spPr/>
        <p:txBody>
          <a:bodyPr/>
          <a:lstStyle/>
          <a:p>
            <a:fld id="{43C053D4-F081-4738-B337-A70AB76BB95E}" type="slidenum">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7"/>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Implicit Intent usually are used to launch apps installed on device, so it requires permissions from user to be added in manifest as well as request them in code.</a:t>
            </a: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Lets take camera app as an example, first add the camera permission and hardware in manifest.xml</a:t>
            </a:r>
          </a:p>
          <a:p>
            <a:pPr marL="432000" indent="-324000">
              <a:lnSpc>
                <a:spcPct val="100000"/>
              </a:lnSpc>
              <a:spcBef>
                <a:spcPts val="1417"/>
              </a:spcBef>
              <a:buClr>
                <a:srgbClr val="FF6600"/>
              </a:buClr>
              <a:buSzPct val="45000"/>
              <a:buFont typeface="Wingdings" charset="2"/>
              <a:buChar char=""/>
            </a:pPr>
            <a:endParaRPr lang="en-US" sz="1600" b="0" strike="noStrike" spc="-1">
              <a:latin typeface="Arial"/>
            </a:endParaRPr>
          </a:p>
          <a:p>
            <a:pPr marL="432000" indent="-324000">
              <a:lnSpc>
                <a:spcPct val="100000"/>
              </a:lnSpc>
              <a:spcBef>
                <a:spcPts val="1417"/>
              </a:spcBef>
              <a:buClr>
                <a:srgbClr val="FF6600"/>
              </a:buClr>
              <a:buSzPct val="45000"/>
              <a:buFont typeface="Wingdings" charset="2"/>
              <a:buChar char=""/>
            </a:pPr>
            <a:r>
              <a:rPr lang="en-US" sz="1600" b="0" strike="noStrike" spc="-1">
                <a:latin typeface="Arial"/>
              </a:rPr>
              <a:t>Next we also need to request the permission in code. For-Example, following code will create a launcher for permission.</a:t>
            </a:r>
            <a:br>
              <a:rPr sz="1600"/>
            </a:br>
            <a:r>
              <a:rPr lang="en-US" sz="1600" b="0" strike="noStrike" spc="-1">
                <a:latin typeface="Arial"/>
              </a:rPr>
              <a:t> </a:t>
            </a:r>
          </a:p>
        </p:txBody>
      </p:sp>
      <p:pic>
        <p:nvPicPr>
          <p:cNvPr id="236" name="Picture 235"/>
          <p:cNvPicPr/>
          <p:nvPr/>
        </p:nvPicPr>
        <p:blipFill>
          <a:blip r:embed="rId2"/>
          <a:stretch/>
        </p:blipFill>
        <p:spPr>
          <a:xfrm>
            <a:off x="1828800" y="2030760"/>
            <a:ext cx="4723920" cy="555840"/>
          </a:xfrm>
          <a:prstGeom prst="rect">
            <a:avLst/>
          </a:prstGeom>
          <a:ln w="0">
            <a:noFill/>
          </a:ln>
        </p:spPr>
      </p:pic>
      <p:pic>
        <p:nvPicPr>
          <p:cNvPr id="237" name="Picture 236"/>
          <p:cNvPicPr/>
          <p:nvPr/>
        </p:nvPicPr>
        <p:blipFill>
          <a:blip r:embed="rId3"/>
          <a:stretch/>
        </p:blipFill>
        <p:spPr>
          <a:xfrm>
            <a:off x="2057400" y="3200400"/>
            <a:ext cx="6400800" cy="2065320"/>
          </a:xfrm>
          <a:prstGeom prst="rect">
            <a:avLst/>
          </a:prstGeom>
          <a:ln w="0">
            <a:noFill/>
          </a:ln>
        </p:spPr>
      </p:pic>
      <p:sp>
        <p:nvSpPr>
          <p:cNvPr id="238" name="PlaceHolder 16"/>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Implicit Intents – Camera Example</a:t>
            </a:r>
            <a:endParaRPr lang="en-US" sz="2700" b="0" strike="noStrike" spc="-1">
              <a:latin typeface="Arial"/>
            </a:endParaRPr>
          </a:p>
        </p:txBody>
      </p:sp>
      <p:sp>
        <p:nvSpPr>
          <p:cNvPr id="2" name="PlaceHolder 1"/>
          <p:cNvSpPr>
            <a:spLocks noGrp="1"/>
          </p:cNvSpPr>
          <p:nvPr>
            <p:ph type="sldNum" idx="11"/>
          </p:nvPr>
        </p:nvSpPr>
        <p:spPr/>
        <p:txBody>
          <a:bodyPr/>
          <a:lstStyle/>
          <a:p>
            <a:fld id="{F936F287-FAC7-4BFF-B0C2-6A6EE42F7D7A}" type="slidenum">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9"/>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On Button click we can check whether the permission is granted or not, then either we can launch the camera app or we can request the permission using the launcher created perviously.</a:t>
            </a:r>
            <a:br>
              <a:rPr sz="1600"/>
            </a:br>
            <a:r>
              <a:rPr lang="en-US" sz="1600" b="0" strike="noStrike" spc="-1">
                <a:latin typeface="Arial"/>
              </a:rPr>
              <a:t> </a:t>
            </a:r>
          </a:p>
        </p:txBody>
      </p:sp>
      <p:pic>
        <p:nvPicPr>
          <p:cNvPr id="240" name="Picture 239"/>
          <p:cNvPicPr/>
          <p:nvPr/>
        </p:nvPicPr>
        <p:blipFill>
          <a:blip r:embed="rId2"/>
          <a:stretch/>
        </p:blipFill>
        <p:spPr>
          <a:xfrm>
            <a:off x="1714680" y="1828800"/>
            <a:ext cx="5600520" cy="2499120"/>
          </a:xfrm>
          <a:prstGeom prst="rect">
            <a:avLst/>
          </a:prstGeom>
          <a:ln w="0">
            <a:noFill/>
          </a:ln>
        </p:spPr>
      </p:pic>
      <p:sp>
        <p:nvSpPr>
          <p:cNvPr id="241" name="PlaceHolder 21"/>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On Button click we can check whether the permission is granted or not, then either we can launch the camera app or we can request the permission using the launcher created perviously.</a:t>
            </a:r>
            <a:br>
              <a:rPr sz="1600"/>
            </a:br>
            <a:r>
              <a:rPr lang="en-US" sz="1600" b="0" strike="noStrike" spc="-1">
                <a:latin typeface="Arial"/>
              </a:rPr>
              <a:t> </a:t>
            </a:r>
          </a:p>
        </p:txBody>
      </p:sp>
      <p:sp>
        <p:nvSpPr>
          <p:cNvPr id="242" name="PlaceHolder 18"/>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Implicit Intents – Camera Example</a:t>
            </a:r>
            <a:endParaRPr lang="en-US" sz="2700" b="0" strike="noStrike" spc="-1">
              <a:latin typeface="Arial"/>
            </a:endParaRPr>
          </a:p>
        </p:txBody>
      </p:sp>
      <p:sp>
        <p:nvSpPr>
          <p:cNvPr id="2" name="PlaceHolder 1"/>
          <p:cNvSpPr>
            <a:spLocks noGrp="1"/>
          </p:cNvSpPr>
          <p:nvPr>
            <p:ph type="sldNum" idx="11"/>
          </p:nvPr>
        </p:nvSpPr>
        <p:spPr/>
        <p:txBody>
          <a:bodyPr/>
          <a:lstStyle/>
          <a:p>
            <a:fld id="{B00DA6E0-D45C-480B-8B9F-D019D2A52A06}" type="slidenum">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22"/>
          <p:cNvSpPr txBox="1"/>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Implicit Intents – Camera Example</a:t>
            </a:r>
            <a:endParaRPr lang="en-US" sz="2700" b="0" strike="noStrike" spc="-1">
              <a:latin typeface="Arial"/>
            </a:endParaRPr>
          </a:p>
        </p:txBody>
      </p:sp>
      <p:sp>
        <p:nvSpPr>
          <p:cNvPr id="244" name="PlaceHolder 23"/>
          <p:cNvSpPr txBox="1"/>
          <p:nvPr/>
        </p:nvSpPr>
        <p:spPr>
          <a:xfrm>
            <a:off x="540000" y="841320"/>
            <a:ext cx="8999280" cy="3959280"/>
          </a:xfrm>
          <a:prstGeom prst="rect">
            <a:avLst/>
          </a:prstGeom>
          <a:noFill/>
          <a:ln w="0">
            <a:noFill/>
          </a:ln>
        </p:spPr>
        <p:txBody>
          <a:bodyPr lIns="0" tIns="0" rIns="0" bIns="0" anchor="t">
            <a:normAutofit/>
          </a:bodyPr>
          <a:lstStyle/>
          <a:p>
            <a:pPr marL="432000" indent="-324000">
              <a:lnSpc>
                <a:spcPct val="100000"/>
              </a:lnSpc>
              <a:spcBef>
                <a:spcPts val="1417"/>
              </a:spcBef>
              <a:buClr>
                <a:srgbClr val="FF6600"/>
              </a:buClr>
              <a:buSzPct val="45000"/>
              <a:buFont typeface="Wingdings" charset="2"/>
              <a:buChar char=""/>
            </a:pPr>
            <a:r>
              <a:rPr lang="en-US" sz="1600" b="0" strike="noStrike" spc="-1">
                <a:latin typeface="Arial"/>
              </a:rPr>
              <a:t>In Jetpack Compose, starting an activity for a result is a bit different from the traditional approach used in XML-based UIs. Instead of using startActivityForResult, you can achieve similar functionality using rememberLauncherForActivityResult</a:t>
            </a:r>
            <a:br>
              <a:rPr sz="1600"/>
            </a:br>
            <a:r>
              <a:rPr lang="en-US" sz="1600" b="0" strike="noStrike" spc="-1">
                <a:latin typeface="Arial"/>
              </a:rPr>
              <a:t> </a:t>
            </a:r>
          </a:p>
        </p:txBody>
      </p:sp>
      <p:pic>
        <p:nvPicPr>
          <p:cNvPr id="245" name="Picture 244"/>
          <p:cNvPicPr/>
          <p:nvPr/>
        </p:nvPicPr>
        <p:blipFill>
          <a:blip r:embed="rId2"/>
          <a:stretch/>
        </p:blipFill>
        <p:spPr>
          <a:xfrm>
            <a:off x="3064320" y="1617480"/>
            <a:ext cx="4708080" cy="3868920"/>
          </a:xfrm>
          <a:prstGeom prst="rect">
            <a:avLst/>
          </a:prstGeom>
          <a:ln w="0">
            <a:noFill/>
          </a:ln>
        </p:spPr>
      </p:pic>
      <p:sp>
        <p:nvSpPr>
          <p:cNvPr id="2" name="PlaceHolder 1"/>
          <p:cNvSpPr>
            <a:spLocks noGrp="1"/>
          </p:cNvSpPr>
          <p:nvPr>
            <p:ph type="sldNum" idx="11"/>
          </p:nvPr>
        </p:nvSpPr>
        <p:spPr/>
        <p:txBody>
          <a:bodyPr/>
          <a:lstStyle/>
          <a:p>
            <a:fld id="{333072C2-69DE-4CEC-ADE9-AEA51D60602C}" type="slidenum">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540000" y="1620000"/>
            <a:ext cx="7559280" cy="989280"/>
          </a:xfrm>
          <a:prstGeom prst="rect">
            <a:avLst/>
          </a:prstGeom>
          <a:noFill/>
          <a:ln w="0">
            <a:noFill/>
          </a:ln>
        </p:spPr>
        <p:txBody>
          <a:bodyPr lIns="0" tIns="0" rIns="0" bIns="0" anchor="ctr">
            <a:noAutofit/>
          </a:bodyPr>
          <a:lstStyle/>
          <a:p>
            <a:pPr algn="ctr">
              <a:lnSpc>
                <a:spcPct val="100000"/>
              </a:lnSpc>
              <a:buNone/>
            </a:pPr>
            <a:r>
              <a:rPr lang="en-US" sz="3300" b="0" strike="noStrike" spc="-1">
                <a:solidFill>
                  <a:srgbClr val="FF8000"/>
                </a:solidFill>
                <a:highlight>
                  <a:srgbClr val="FFFFFF"/>
                </a:highlight>
                <a:latin typeface="Arial"/>
              </a:rPr>
              <a:t>Navigation in Composables</a:t>
            </a:r>
            <a:endParaRPr lang="en-US" sz="33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Navigation</a:t>
            </a:r>
            <a:endParaRPr lang="en-US" sz="2700" b="0" strike="noStrike" spc="-1">
              <a:latin typeface="Arial"/>
            </a:endParaRPr>
          </a:p>
        </p:txBody>
      </p:sp>
      <p:sp>
        <p:nvSpPr>
          <p:cNvPr id="248"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pPr marL="432000" indent="-324000">
              <a:lnSpc>
                <a:spcPct val="100000"/>
              </a:lnSpc>
              <a:spcBef>
                <a:spcPts val="1057"/>
              </a:spcBef>
              <a:buClr>
                <a:srgbClr val="FF6600"/>
              </a:buClr>
              <a:buSzPct val="45000"/>
              <a:buFont typeface="Wingdings" charset="2"/>
              <a:buChar char=""/>
            </a:pPr>
            <a:r>
              <a:rPr lang="en-US" sz="2000" b="0" strike="noStrike" spc="-1">
                <a:latin typeface="Arial"/>
              </a:rPr>
              <a:t>Navigation refers to the interactions that let users navigate across, into, and back out from the different pieces of content within your app.</a:t>
            </a:r>
          </a:p>
          <a:p>
            <a:pPr marL="432000" indent="-324000">
              <a:lnSpc>
                <a:spcPct val="100000"/>
              </a:lnSpc>
              <a:spcBef>
                <a:spcPts val="1057"/>
              </a:spcBef>
              <a:buClr>
                <a:srgbClr val="FF6600"/>
              </a:buClr>
              <a:buSzPct val="45000"/>
              <a:buFont typeface="Wingdings" charset="2"/>
              <a:buChar char=""/>
            </a:pPr>
            <a:r>
              <a:rPr lang="en-US" sz="2000" b="0" strike="noStrike" spc="-1">
                <a:latin typeface="Arial"/>
              </a:rPr>
              <a:t>The following table provides an overview of the three key concepts in navigation and the main types that you use to implement them.</a:t>
            </a:r>
          </a:p>
          <a:p>
            <a:pPr>
              <a:lnSpc>
                <a:spcPct val="100000"/>
              </a:lnSpc>
              <a:spcBef>
                <a:spcPts val="1057"/>
              </a:spcBef>
              <a:buNone/>
            </a:pPr>
            <a:endParaRPr lang="en-US" sz="2000" b="0" strike="noStrike" spc="-1">
              <a:latin typeface="Arial"/>
            </a:endParaRPr>
          </a:p>
        </p:txBody>
      </p:sp>
      <p:pic>
        <p:nvPicPr>
          <p:cNvPr id="249" name="Picture 248"/>
          <p:cNvPicPr/>
          <p:nvPr/>
        </p:nvPicPr>
        <p:blipFill>
          <a:blip r:embed="rId2"/>
          <a:stretch/>
        </p:blipFill>
        <p:spPr>
          <a:xfrm>
            <a:off x="1417680" y="2568240"/>
            <a:ext cx="7039800" cy="2917440"/>
          </a:xfrm>
          <a:prstGeom prst="rect">
            <a:avLst/>
          </a:prstGeom>
          <a:ln w="25200">
            <a:noFill/>
          </a:ln>
        </p:spPr>
      </p:pic>
      <p:sp>
        <p:nvSpPr>
          <p:cNvPr id="4" name="PlaceHolder 3"/>
          <p:cNvSpPr>
            <a:spLocks noGrp="1"/>
          </p:cNvSpPr>
          <p:nvPr>
            <p:ph type="sldNum" idx="2"/>
          </p:nvPr>
        </p:nvSpPr>
        <p:spPr/>
        <p:txBody>
          <a:bodyPr/>
          <a:lstStyle/>
          <a:p>
            <a:fld id="{4D87E691-9066-4140-956E-AD4925F0C309}" type="slidenum">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540000" y="2286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Benefits and features</a:t>
            </a:r>
            <a:endParaRPr lang="en-US" sz="2700" b="0" strike="noStrike" spc="-1">
              <a:latin typeface="Arial"/>
            </a:endParaRPr>
          </a:p>
        </p:txBody>
      </p:sp>
      <p:sp>
        <p:nvSpPr>
          <p:cNvPr id="251" name="PlaceHolder 2"/>
          <p:cNvSpPr>
            <a:spLocks noGrp="1"/>
          </p:cNvSpPr>
          <p:nvPr>
            <p:ph/>
          </p:nvPr>
        </p:nvSpPr>
        <p:spPr>
          <a:xfrm>
            <a:off x="540000" y="1069200"/>
            <a:ext cx="8999280" cy="3959280"/>
          </a:xfrm>
          <a:prstGeom prst="rect">
            <a:avLst/>
          </a:prstGeom>
          <a:noFill/>
          <a:ln w="0">
            <a:noFill/>
          </a:ln>
        </p:spPr>
        <p:txBody>
          <a:bodyPr lIns="0" tIns="0" rIns="0" bIns="0" anchor="t">
            <a:normAutofit fontScale="96000"/>
          </a:bodyPr>
          <a:lstStyle/>
          <a:p>
            <a:pPr marL="432000" indent="-324000">
              <a:lnSpc>
                <a:spcPct val="100000"/>
              </a:lnSpc>
              <a:spcBef>
                <a:spcPts val="1057"/>
              </a:spcBef>
              <a:buClr>
                <a:srgbClr val="FF6600"/>
              </a:buClr>
              <a:buSzPct val="45000"/>
              <a:buFont typeface="Wingdings" charset="2"/>
              <a:buChar char=""/>
            </a:pPr>
            <a:r>
              <a:rPr lang="en-US" sz="1800" b="1" strike="noStrike" spc="-1">
                <a:latin typeface="Arial"/>
              </a:rPr>
              <a:t>Animations and transitions</a:t>
            </a:r>
            <a:r>
              <a:rPr lang="en-US" sz="1800" b="0" strike="noStrike" spc="-1">
                <a:latin typeface="Arial"/>
              </a:rPr>
              <a:t>: Provides standardized resources for animations and transitions.</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Deep linking:</a:t>
            </a:r>
            <a:r>
              <a:rPr lang="en-US" sz="1800" b="0" strike="noStrike" spc="-1">
                <a:latin typeface="Arial"/>
              </a:rPr>
              <a:t> Implements and handles deep links that take the user directly to a destination.</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UI patterns:</a:t>
            </a:r>
            <a:r>
              <a:rPr lang="en-US" sz="1800" b="0" strike="noStrike" spc="-1">
                <a:latin typeface="Arial"/>
              </a:rPr>
              <a:t> Supports patterns such as navigation drawers and bottom navigation with minimal additional work.</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Type safety:</a:t>
            </a:r>
            <a:r>
              <a:rPr lang="en-US" sz="1800" b="0" strike="noStrike" spc="-1">
                <a:latin typeface="Arial"/>
              </a:rPr>
              <a:t> Includes the Safe Args Gradle plugin which provides type safety when navigating and passing data between destinations.</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ViewModel support: </a:t>
            </a:r>
            <a:r>
              <a:rPr lang="en-US" sz="1800" b="0" strike="noStrike" spc="-1">
                <a:latin typeface="Arial"/>
              </a:rPr>
              <a:t>Enables scoping a ViewModel to a navigation graph to share UI-related data between the graph's destinations.</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Fragment transactions:</a:t>
            </a:r>
            <a:r>
              <a:rPr lang="en-US" sz="1800" b="0" strike="noStrike" spc="-1">
                <a:latin typeface="Arial"/>
              </a:rPr>
              <a:t> Fully supports and handles fragment transactions.</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Back and up:</a:t>
            </a:r>
            <a:r>
              <a:rPr lang="en-US" sz="1800" b="0" strike="noStrike" spc="-1">
                <a:latin typeface="Arial"/>
              </a:rPr>
              <a:t> Handles back and up actions correctly by default.</a:t>
            </a:r>
          </a:p>
        </p:txBody>
      </p:sp>
      <p:sp>
        <p:nvSpPr>
          <p:cNvPr id="4" name="PlaceHolder 3"/>
          <p:cNvSpPr>
            <a:spLocks noGrp="1"/>
          </p:cNvSpPr>
          <p:nvPr>
            <p:ph type="sldNum" idx="2"/>
          </p:nvPr>
        </p:nvSpPr>
        <p:spPr/>
        <p:txBody>
          <a:bodyPr/>
          <a:lstStyle/>
          <a:p>
            <a:fld id="{2C301C04-6805-40EB-AB7D-671EF95E86EB}" type="slidenum">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Overview of Navigation</a:t>
            </a:r>
            <a:endParaRPr lang="en-US" sz="2700" b="0" strike="noStrike" spc="-1">
              <a:latin typeface="Arial"/>
            </a:endParaRPr>
          </a:p>
        </p:txBody>
      </p:sp>
      <p:sp>
        <p:nvSpPr>
          <p:cNvPr id="253"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pPr marL="432000" indent="-324000">
              <a:lnSpc>
                <a:spcPct val="100000"/>
              </a:lnSpc>
              <a:spcBef>
                <a:spcPts val="1057"/>
              </a:spcBef>
              <a:buClr>
                <a:srgbClr val="FF6600"/>
              </a:buClr>
              <a:buSzPct val="45000"/>
              <a:buFont typeface="Wingdings" charset="2"/>
              <a:buChar char=""/>
            </a:pPr>
            <a:r>
              <a:rPr lang="en-US" sz="1600" b="0" strike="noStrike" spc="-1">
                <a:latin typeface="Arial"/>
              </a:rPr>
              <a:t>The Navigation Component consists of three key parts, working together in harmony. They are:</a:t>
            </a:r>
          </a:p>
          <a:p>
            <a:pPr marL="432000" indent="-324000">
              <a:lnSpc>
                <a:spcPct val="100000"/>
              </a:lnSpc>
              <a:spcBef>
                <a:spcPts val="1057"/>
              </a:spcBef>
              <a:buClr>
                <a:srgbClr val="FF6600"/>
              </a:buClr>
              <a:buSzPct val="45000"/>
              <a:buFont typeface="Wingdings" charset="2"/>
              <a:buChar char=""/>
            </a:pPr>
            <a:r>
              <a:rPr lang="en-US" sz="1600" b="1" strike="noStrike" spc="-1">
                <a:latin typeface="Arial"/>
              </a:rPr>
              <a:t>Navigation Graph (New XML resource)</a:t>
            </a:r>
            <a:r>
              <a:rPr lang="en-US" sz="1600" b="0" strike="noStrike" spc="-1">
                <a:latin typeface="Arial"/>
              </a:rPr>
              <a:t> - This is a resource that contains all navigation-related information in one centralized location. This includes all the places in your app, known as destinations, and possible paths a user could take through your app.</a:t>
            </a:r>
          </a:p>
          <a:p>
            <a:pPr marL="432000" indent="-324000">
              <a:lnSpc>
                <a:spcPct val="100000"/>
              </a:lnSpc>
              <a:spcBef>
                <a:spcPts val="1057"/>
              </a:spcBef>
              <a:buClr>
                <a:srgbClr val="FF6600"/>
              </a:buClr>
              <a:buSzPct val="45000"/>
              <a:buFont typeface="Wingdings" charset="2"/>
              <a:buChar char=""/>
            </a:pPr>
            <a:r>
              <a:rPr lang="en-US" sz="1600" b="1" strike="noStrike" spc="-1">
                <a:latin typeface="Arial"/>
              </a:rPr>
              <a:t>NavHostFragment (Layout XML view)</a:t>
            </a:r>
            <a:r>
              <a:rPr lang="en-US" sz="1600" b="0" strike="noStrike" spc="-1">
                <a:latin typeface="Arial"/>
              </a:rPr>
              <a:t> - This is a special widget you add to your layout. It displays different destinations from your Navigation Graph.</a:t>
            </a:r>
          </a:p>
          <a:p>
            <a:pPr marL="432000" indent="-324000">
              <a:lnSpc>
                <a:spcPct val="100000"/>
              </a:lnSpc>
              <a:spcBef>
                <a:spcPts val="1057"/>
              </a:spcBef>
              <a:buClr>
                <a:srgbClr val="FF6600"/>
              </a:buClr>
              <a:buSzPct val="45000"/>
              <a:buFont typeface="Wingdings" charset="2"/>
              <a:buChar char=""/>
            </a:pPr>
            <a:r>
              <a:rPr lang="en-US" sz="1600" b="1" strike="noStrike" spc="-1">
                <a:latin typeface="Arial"/>
              </a:rPr>
              <a:t>NavController (Kotlin/Java object)</a:t>
            </a:r>
            <a:r>
              <a:rPr lang="en-US" sz="1600" b="0" strike="noStrike" spc="-1">
                <a:latin typeface="Arial"/>
              </a:rPr>
              <a:t> - This is an object that keeps track of the current position within the navigation graph. It orchestrates swapping destination content in the NavHostFragment as you move through a navigation graph.</a:t>
            </a:r>
          </a:p>
        </p:txBody>
      </p:sp>
      <p:sp>
        <p:nvSpPr>
          <p:cNvPr id="4" name="PlaceHolder 3"/>
          <p:cNvSpPr>
            <a:spLocks noGrp="1"/>
          </p:cNvSpPr>
          <p:nvPr>
            <p:ph type="sldNum" idx="2"/>
          </p:nvPr>
        </p:nvSpPr>
        <p:spPr/>
        <p:txBody>
          <a:bodyPr/>
          <a:lstStyle/>
          <a:p>
            <a:fld id="{7947366D-0A4D-4E3E-A38C-224B8F8AB8E9}" type="slidenum">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540000" y="17964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Step 1 - Navigation with Compose </a:t>
            </a:r>
            <a:endParaRPr lang="en-US" sz="2700" b="0" strike="noStrike" spc="-1">
              <a:latin typeface="Arial"/>
            </a:endParaRPr>
          </a:p>
        </p:txBody>
      </p:sp>
      <p:sp>
        <p:nvSpPr>
          <p:cNvPr id="255"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pPr marL="432000" indent="-324000">
              <a:lnSpc>
                <a:spcPct val="100000"/>
              </a:lnSpc>
              <a:spcBef>
                <a:spcPts val="1057"/>
              </a:spcBef>
              <a:buClr>
                <a:srgbClr val="FF6600"/>
              </a:buClr>
              <a:buSzPct val="45000"/>
              <a:buFont typeface="Wingdings" charset="2"/>
              <a:buChar char=""/>
            </a:pPr>
            <a:r>
              <a:rPr lang="en-US" sz="1800" b="0" strike="noStrike" spc="-1">
                <a:latin typeface="Arial"/>
              </a:rPr>
              <a:t>The Navigation component provides support for Jetpack Compose applications. We can navigate between composables while taking advantage of the Navigation component's infrastructure and features.</a:t>
            </a:r>
          </a:p>
          <a:p>
            <a:pPr marL="432000" indent="-324000">
              <a:lnSpc>
                <a:spcPct val="100000"/>
              </a:lnSpc>
              <a:spcBef>
                <a:spcPts val="1057"/>
              </a:spcBef>
              <a:buClr>
                <a:srgbClr val="FF6600"/>
              </a:buClr>
              <a:buSzPct val="45000"/>
              <a:buFont typeface="Wingdings" charset="2"/>
              <a:buChar char=""/>
            </a:pPr>
            <a:r>
              <a:rPr lang="en-US" sz="1800" b="1" strike="noStrike" spc="-1">
                <a:latin typeface="Arial"/>
              </a:rPr>
              <a:t>Setup</a:t>
            </a:r>
            <a:endParaRPr lang="en-US" sz="1800" b="0" strike="noStrike" spc="-1">
              <a:latin typeface="Arial"/>
            </a:endParaRPr>
          </a:p>
          <a:p>
            <a:pPr marL="864000" lvl="1" indent="-324000">
              <a:lnSpc>
                <a:spcPct val="100000"/>
              </a:lnSpc>
              <a:spcBef>
                <a:spcPts val="1134"/>
              </a:spcBef>
              <a:buClr>
                <a:srgbClr val="FF6600"/>
              </a:buClr>
              <a:buSzPct val="75000"/>
              <a:buFont typeface="Symbol"/>
              <a:buChar char=""/>
            </a:pPr>
            <a:r>
              <a:rPr lang="en-US" sz="1800" b="0" strike="noStrike" spc="-1">
                <a:latin typeface="Arial"/>
              </a:rPr>
              <a:t>To support Compose, use the following dependency in your app module's 	build.gradle file:</a:t>
            </a:r>
          </a:p>
          <a:p>
            <a:pPr>
              <a:lnSpc>
                <a:spcPct val="100000"/>
              </a:lnSpc>
              <a:spcBef>
                <a:spcPts val="1057"/>
              </a:spcBef>
              <a:buNone/>
            </a:pPr>
            <a:endParaRPr lang="en-US" sz="1800" b="0" strike="noStrike" spc="-1">
              <a:latin typeface="Arial"/>
            </a:endParaRPr>
          </a:p>
        </p:txBody>
      </p:sp>
      <p:pic>
        <p:nvPicPr>
          <p:cNvPr id="256" name="Picture 255"/>
          <p:cNvPicPr/>
          <p:nvPr/>
        </p:nvPicPr>
        <p:blipFill>
          <a:blip r:embed="rId2"/>
          <a:stretch/>
        </p:blipFill>
        <p:spPr>
          <a:xfrm>
            <a:off x="1371600" y="3200400"/>
            <a:ext cx="5774760" cy="1058040"/>
          </a:xfrm>
          <a:prstGeom prst="rect">
            <a:avLst/>
          </a:prstGeom>
          <a:ln w="25200">
            <a:noFill/>
          </a:ln>
        </p:spPr>
      </p:pic>
      <p:sp>
        <p:nvSpPr>
          <p:cNvPr id="4" name="PlaceHolder 3"/>
          <p:cNvSpPr>
            <a:spLocks noGrp="1"/>
          </p:cNvSpPr>
          <p:nvPr>
            <p:ph type="sldNum" idx="5"/>
          </p:nvPr>
        </p:nvSpPr>
        <p:spPr/>
        <p:txBody>
          <a:bodyPr/>
          <a:lstStyle/>
          <a:p>
            <a:fld id="{69A5B046-B870-4A1E-ADE0-ECFED998D45D}" type="slidenum">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540000" y="17964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Step 2 - Create NavController</a:t>
            </a:r>
            <a:endParaRPr lang="en-US" sz="2700" b="0" strike="noStrike" spc="-1">
              <a:latin typeface="Arial"/>
            </a:endParaRPr>
          </a:p>
        </p:txBody>
      </p:sp>
      <p:sp>
        <p:nvSpPr>
          <p:cNvPr id="258" name="PlaceHolder 2"/>
          <p:cNvSpPr>
            <a:spLocks noGrp="1"/>
          </p:cNvSpPr>
          <p:nvPr>
            <p:ph/>
          </p:nvPr>
        </p:nvSpPr>
        <p:spPr>
          <a:xfrm>
            <a:off x="540000" y="1260000"/>
            <a:ext cx="8999280" cy="3959280"/>
          </a:xfrm>
          <a:prstGeom prst="rect">
            <a:avLst/>
          </a:prstGeom>
          <a:noFill/>
          <a:ln w="0">
            <a:noFill/>
          </a:ln>
        </p:spPr>
        <p:txBody>
          <a:bodyPr lIns="0" tIns="0" rIns="0" bIns="0" anchor="t">
            <a:normAutofit/>
          </a:bodyPr>
          <a:lstStyle/>
          <a:p>
            <a:pPr>
              <a:lnSpc>
                <a:spcPct val="100000"/>
              </a:lnSpc>
              <a:spcBef>
                <a:spcPts val="1057"/>
              </a:spcBef>
              <a:buNone/>
            </a:pPr>
            <a:r>
              <a:rPr lang="en-US" sz="1800" b="0" strike="noStrike" spc="-1">
                <a:latin typeface="Arial"/>
              </a:rPr>
              <a:t>We can create a NavController by using the rememberNavController() method in your main composable:</a:t>
            </a:r>
          </a:p>
          <a:p>
            <a:pPr>
              <a:lnSpc>
                <a:spcPct val="100000"/>
              </a:lnSpc>
              <a:spcBef>
                <a:spcPts val="1057"/>
              </a:spcBef>
              <a:buNone/>
            </a:pPr>
            <a:endParaRPr lang="en-US" sz="1800" b="0" strike="noStrike" spc="-1">
              <a:latin typeface="Arial"/>
            </a:endParaRPr>
          </a:p>
        </p:txBody>
      </p:sp>
      <p:pic>
        <p:nvPicPr>
          <p:cNvPr id="259" name="Picture 258"/>
          <p:cNvPicPr/>
          <p:nvPr/>
        </p:nvPicPr>
        <p:blipFill>
          <a:blip r:embed="rId2"/>
          <a:stretch/>
        </p:blipFill>
        <p:spPr>
          <a:xfrm>
            <a:off x="1569960" y="2057400"/>
            <a:ext cx="4373280" cy="494640"/>
          </a:xfrm>
          <a:prstGeom prst="rect">
            <a:avLst/>
          </a:prstGeom>
          <a:ln w="0">
            <a:noFill/>
          </a:ln>
        </p:spPr>
      </p:pic>
      <p:sp>
        <p:nvSpPr>
          <p:cNvPr id="4" name="PlaceHolder 3"/>
          <p:cNvSpPr>
            <a:spLocks noGrp="1"/>
          </p:cNvSpPr>
          <p:nvPr>
            <p:ph type="sldNum" idx="5"/>
          </p:nvPr>
        </p:nvSpPr>
        <p:spPr/>
        <p:txBody>
          <a:bodyPr/>
          <a:lstStyle/>
          <a:p>
            <a:fld id="{5346F737-B7B2-4616-AE7D-5B9A3B734A7D}" type="slidenum">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Step 3 – Create Composables</a:t>
            </a:r>
            <a:endParaRPr lang="en-US" sz="2700" b="0" strike="noStrike" spc="-1">
              <a:latin typeface="Arial"/>
            </a:endParaRPr>
          </a:p>
        </p:txBody>
      </p:sp>
      <p:sp>
        <p:nvSpPr>
          <p:cNvPr id="261" name="PlaceHolder 2"/>
          <p:cNvSpPr>
            <a:spLocks noGrp="1"/>
          </p:cNvSpPr>
          <p:nvPr>
            <p:ph/>
          </p:nvPr>
        </p:nvSpPr>
        <p:spPr>
          <a:xfrm>
            <a:off x="540000" y="1260000"/>
            <a:ext cx="8999280" cy="511920"/>
          </a:xfrm>
          <a:prstGeom prst="rect">
            <a:avLst/>
          </a:prstGeom>
          <a:noFill/>
          <a:ln w="0">
            <a:noFill/>
          </a:ln>
        </p:spPr>
        <p:txBody>
          <a:bodyPr lIns="0" tIns="0" rIns="0" bIns="0" anchor="t">
            <a:noAutofit/>
          </a:bodyPr>
          <a:lstStyle/>
          <a:p>
            <a:pPr marL="432000" indent="-324000">
              <a:lnSpc>
                <a:spcPct val="100000"/>
              </a:lnSpc>
              <a:spcBef>
                <a:spcPts val="1057"/>
              </a:spcBef>
              <a:buClr>
                <a:srgbClr val="FF6600"/>
              </a:buClr>
              <a:buSzPct val="45000"/>
              <a:buFont typeface="Wingdings" charset="2"/>
              <a:buChar char=""/>
            </a:pPr>
            <a:r>
              <a:rPr lang="en-US" sz="1800" b="0" strike="noStrike" spc="-1">
                <a:latin typeface="Arial"/>
              </a:rPr>
              <a:t>For each destination, create a corresponding composable that represents the UI of that screen. For example, for “home” destination, create HomeScreen() composable.</a:t>
            </a:r>
          </a:p>
        </p:txBody>
      </p:sp>
      <p:pic>
        <p:nvPicPr>
          <p:cNvPr id="262" name="Picture 261"/>
          <p:cNvPicPr/>
          <p:nvPr/>
        </p:nvPicPr>
        <p:blipFill>
          <a:blip r:embed="rId2"/>
          <a:stretch/>
        </p:blipFill>
        <p:spPr>
          <a:xfrm>
            <a:off x="1600200" y="1973880"/>
            <a:ext cx="4617000" cy="1226160"/>
          </a:xfrm>
          <a:prstGeom prst="rect">
            <a:avLst/>
          </a:prstGeom>
          <a:ln w="0">
            <a:noFill/>
          </a:ln>
        </p:spPr>
      </p:pic>
      <p:sp>
        <p:nvSpPr>
          <p:cNvPr id="4" name="PlaceHolder 3"/>
          <p:cNvSpPr>
            <a:spLocks noGrp="1"/>
          </p:cNvSpPr>
          <p:nvPr>
            <p:ph type="sldNum" idx="8"/>
          </p:nvPr>
        </p:nvSpPr>
        <p:spPr/>
        <p:txBody>
          <a:bodyPr/>
          <a:lstStyle/>
          <a:p>
            <a:fld id="{CC823745-4185-4745-9911-20D3016E8A63}" type="slidenum">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Step 4 - Create NavHost</a:t>
            </a:r>
            <a:endParaRPr lang="en-US" sz="2700" b="0" strike="noStrike" spc="-1">
              <a:latin typeface="Arial"/>
            </a:endParaRPr>
          </a:p>
        </p:txBody>
      </p:sp>
      <p:sp>
        <p:nvSpPr>
          <p:cNvPr id="264" name="PlaceHolder 2"/>
          <p:cNvSpPr>
            <a:spLocks noGrp="1"/>
          </p:cNvSpPr>
          <p:nvPr>
            <p:ph/>
          </p:nvPr>
        </p:nvSpPr>
        <p:spPr>
          <a:xfrm>
            <a:off x="540000" y="1260000"/>
            <a:ext cx="8999280" cy="1426680"/>
          </a:xfrm>
          <a:prstGeom prst="rect">
            <a:avLst/>
          </a:prstGeom>
          <a:noFill/>
          <a:ln w="0">
            <a:noFill/>
          </a:ln>
        </p:spPr>
        <p:txBody>
          <a:bodyPr lIns="0" tIns="0" rIns="0" bIns="0" anchor="t">
            <a:noAutofit/>
          </a:bodyPr>
          <a:lstStyle/>
          <a:p>
            <a:pPr marL="432000" indent="-324000">
              <a:lnSpc>
                <a:spcPct val="100000"/>
              </a:lnSpc>
              <a:spcBef>
                <a:spcPts val="1057"/>
              </a:spcBef>
              <a:buClr>
                <a:srgbClr val="FF6600"/>
              </a:buClr>
              <a:buSzPct val="45000"/>
              <a:buFont typeface="Wingdings" charset="2"/>
              <a:buChar char=""/>
            </a:pPr>
            <a:r>
              <a:rPr lang="en-US" sz="1800" b="0" strike="noStrike" spc="-1">
                <a:latin typeface="Arial"/>
                <a:ea typeface="Noto Sans CJK SC"/>
              </a:rPr>
              <a:t>In the content, you can define all the different destinations of your app.</a:t>
            </a:r>
            <a:endParaRPr lang="en-US" sz="1800" b="0" strike="noStrike" spc="-1">
              <a:latin typeface="Arial"/>
            </a:endParaRPr>
          </a:p>
          <a:p>
            <a:pPr marL="432000" indent="-324000">
              <a:lnSpc>
                <a:spcPct val="100000"/>
              </a:lnSpc>
              <a:spcBef>
                <a:spcPts val="1057"/>
              </a:spcBef>
              <a:buClr>
                <a:srgbClr val="FF6600"/>
              </a:buClr>
              <a:buSzPct val="45000"/>
              <a:buFont typeface="Wingdings" charset="2"/>
              <a:buChar char=""/>
            </a:pPr>
            <a:r>
              <a:rPr lang="en-US" sz="1800" b="0" strike="noStrike" spc="-1">
                <a:latin typeface="Arial"/>
                <a:ea typeface="Noto Sans CJK SC"/>
              </a:rPr>
              <a:t>In your main composables, create a NavHost composable.</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p:txBody>
      </p:sp>
      <p:pic>
        <p:nvPicPr>
          <p:cNvPr id="265" name="Picture 264"/>
          <p:cNvPicPr/>
          <p:nvPr/>
        </p:nvPicPr>
        <p:blipFill>
          <a:blip r:embed="rId2"/>
          <a:stretch/>
        </p:blipFill>
        <p:spPr>
          <a:xfrm>
            <a:off x="1143000" y="2171880"/>
            <a:ext cx="6262920" cy="1942560"/>
          </a:xfrm>
          <a:prstGeom prst="rect">
            <a:avLst/>
          </a:prstGeom>
          <a:ln w="0">
            <a:noFill/>
          </a:ln>
        </p:spPr>
      </p:pic>
      <p:sp>
        <p:nvSpPr>
          <p:cNvPr id="4" name="PlaceHolder 3"/>
          <p:cNvSpPr>
            <a:spLocks noGrp="1"/>
          </p:cNvSpPr>
          <p:nvPr>
            <p:ph type="sldNum" idx="8"/>
          </p:nvPr>
        </p:nvSpPr>
        <p:spPr/>
        <p:txBody>
          <a:bodyPr/>
          <a:lstStyle/>
          <a:p>
            <a:fld id="{0DD2870C-7AB6-4596-9A3D-1ACEDB8D18AC}" type="slidenum">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Step 5 - Handling Navigation</a:t>
            </a:r>
            <a:endParaRPr lang="en-US" sz="2700" b="0" strike="noStrike" spc="-1">
              <a:latin typeface="Arial"/>
            </a:endParaRPr>
          </a:p>
        </p:txBody>
      </p:sp>
      <p:sp>
        <p:nvSpPr>
          <p:cNvPr id="267" name="PlaceHolder 2"/>
          <p:cNvSpPr>
            <a:spLocks noGrp="1"/>
          </p:cNvSpPr>
          <p:nvPr>
            <p:ph/>
          </p:nvPr>
        </p:nvSpPr>
        <p:spPr>
          <a:xfrm>
            <a:off x="540000" y="1260000"/>
            <a:ext cx="8999280" cy="511920"/>
          </a:xfrm>
          <a:prstGeom prst="rect">
            <a:avLst/>
          </a:prstGeom>
          <a:noFill/>
          <a:ln w="0">
            <a:noFill/>
          </a:ln>
        </p:spPr>
        <p:txBody>
          <a:bodyPr lIns="0" tIns="0" rIns="0" bIns="0" anchor="t">
            <a:noAutofit/>
          </a:bodyPr>
          <a:lstStyle/>
          <a:p>
            <a:pPr marL="432000" indent="-324000">
              <a:lnSpc>
                <a:spcPct val="100000"/>
              </a:lnSpc>
              <a:spcBef>
                <a:spcPts val="1057"/>
              </a:spcBef>
              <a:buClr>
                <a:srgbClr val="FF6600"/>
              </a:buClr>
              <a:buSzPct val="45000"/>
              <a:buFont typeface="Wingdings" charset="2"/>
              <a:buChar char=""/>
            </a:pPr>
            <a:r>
              <a:rPr lang="en-US" sz="1800" b="0" strike="noStrike" spc="-1" dirty="0">
                <a:latin typeface="Arial"/>
                <a:ea typeface="Noto Sans CJK SC"/>
              </a:rPr>
              <a:t> How to navigate </a:t>
            </a:r>
            <a:r>
              <a:rPr lang="en-US" sz="1800" b="0" strike="noStrike" spc="-1">
                <a:latin typeface="Arial"/>
                <a:ea typeface="Noto Sans CJK SC"/>
              </a:rPr>
              <a:t>to particular </a:t>
            </a:r>
            <a:r>
              <a:rPr lang="en-US" sz="1800" b="0" strike="noStrike" spc="-1" dirty="0">
                <a:latin typeface="Arial"/>
                <a:ea typeface="Noto Sans CJK SC"/>
              </a:rPr>
              <a:t>screen? To navigate from one destination to another, use the navigate method provided by the </a:t>
            </a:r>
            <a:r>
              <a:rPr lang="en-US" sz="1800" b="0" strike="noStrike" spc="-1" dirty="0" err="1">
                <a:latin typeface="Arial"/>
                <a:ea typeface="Noto Sans CJK SC"/>
              </a:rPr>
              <a:t>NavController</a:t>
            </a:r>
            <a:r>
              <a:rPr lang="en-US" sz="1800" b="0" strike="noStrike" spc="-1" dirty="0">
                <a:latin typeface="Arial"/>
                <a:ea typeface="Noto Sans CJK SC"/>
              </a:rPr>
              <a:t> with or without </a:t>
            </a:r>
            <a:r>
              <a:rPr lang="en-US" sz="1800" b="0" strike="noStrike" spc="-1" dirty="0" err="1">
                <a:latin typeface="Arial"/>
                <a:ea typeface="Noto Sans CJK SC"/>
              </a:rPr>
              <a:t>args</a:t>
            </a:r>
            <a:r>
              <a:rPr lang="en-US" sz="1800" b="0" strike="noStrike" spc="-1" dirty="0">
                <a:latin typeface="Arial"/>
                <a:ea typeface="Noto Sans CJK SC"/>
              </a:rPr>
              <a:t>.</a:t>
            </a:r>
            <a:endParaRPr lang="en-US" sz="1800" b="0" strike="noStrike" spc="-1" dirty="0">
              <a:latin typeface="Arial"/>
            </a:endParaRPr>
          </a:p>
        </p:txBody>
      </p:sp>
      <p:pic>
        <p:nvPicPr>
          <p:cNvPr id="268" name="Picture 267"/>
          <p:cNvPicPr/>
          <p:nvPr/>
        </p:nvPicPr>
        <p:blipFill>
          <a:blip r:embed="rId2"/>
          <a:stretch/>
        </p:blipFill>
        <p:spPr>
          <a:xfrm>
            <a:off x="228600" y="2743200"/>
            <a:ext cx="4144680" cy="380160"/>
          </a:xfrm>
          <a:prstGeom prst="rect">
            <a:avLst/>
          </a:prstGeom>
          <a:ln w="0">
            <a:noFill/>
          </a:ln>
        </p:spPr>
      </p:pic>
      <p:pic>
        <p:nvPicPr>
          <p:cNvPr id="269" name="Picture 268"/>
          <p:cNvPicPr/>
          <p:nvPr/>
        </p:nvPicPr>
        <p:blipFill>
          <a:blip r:embed="rId3"/>
          <a:stretch/>
        </p:blipFill>
        <p:spPr>
          <a:xfrm>
            <a:off x="4572000" y="1972800"/>
            <a:ext cx="5257440" cy="2827440"/>
          </a:xfrm>
          <a:prstGeom prst="rect">
            <a:avLst/>
          </a:prstGeom>
          <a:ln w="0">
            <a:noFill/>
          </a:ln>
        </p:spPr>
      </p:pic>
      <p:pic>
        <p:nvPicPr>
          <p:cNvPr id="270" name="Picture 269"/>
          <p:cNvPicPr/>
          <p:nvPr/>
        </p:nvPicPr>
        <p:blipFill>
          <a:blip r:embed="rId4"/>
          <a:stretch/>
        </p:blipFill>
        <p:spPr>
          <a:xfrm>
            <a:off x="5029200" y="5028480"/>
            <a:ext cx="3200040" cy="457560"/>
          </a:xfrm>
          <a:prstGeom prst="rect">
            <a:avLst/>
          </a:prstGeom>
          <a:ln w="0">
            <a:noFill/>
          </a:ln>
        </p:spPr>
      </p:pic>
      <p:sp>
        <p:nvSpPr>
          <p:cNvPr id="4" name="PlaceHolder 3"/>
          <p:cNvSpPr>
            <a:spLocks noGrp="1"/>
          </p:cNvSpPr>
          <p:nvPr>
            <p:ph type="sldNum" idx="8"/>
          </p:nvPr>
        </p:nvSpPr>
        <p:spPr/>
        <p:txBody>
          <a:bodyPr/>
          <a:lstStyle/>
          <a:p>
            <a:fld id="{0B6D6816-8860-4415-8BC0-CD178309710E}" type="slidenum">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540000" y="180000"/>
            <a:ext cx="8279280" cy="629280"/>
          </a:xfrm>
          <a:prstGeom prst="rect">
            <a:avLst/>
          </a:prstGeom>
          <a:noFill/>
          <a:ln w="0">
            <a:noFill/>
          </a:ln>
        </p:spPr>
        <p:txBody>
          <a:bodyPr lIns="0" tIns="0" rIns="0" bIns="0" anchor="ctr">
            <a:noAutofit/>
          </a:bodyPr>
          <a:lstStyle/>
          <a:p>
            <a:pPr algn="ctr">
              <a:lnSpc>
                <a:spcPct val="100000"/>
              </a:lnSpc>
              <a:buNone/>
            </a:pPr>
            <a:r>
              <a:rPr lang="en-US" sz="2700" b="0" strike="noStrike" spc="-1">
                <a:solidFill>
                  <a:srgbClr val="FF6600"/>
                </a:solidFill>
                <a:latin typeface="Arial"/>
              </a:rPr>
              <a:t>Receive Arguments</a:t>
            </a:r>
            <a:endParaRPr lang="en-US" sz="2700" b="0" strike="noStrike" spc="-1">
              <a:latin typeface="Arial"/>
            </a:endParaRPr>
          </a:p>
        </p:txBody>
      </p:sp>
      <p:sp>
        <p:nvSpPr>
          <p:cNvPr id="272" name="PlaceHolder 2"/>
          <p:cNvSpPr>
            <a:spLocks noGrp="1"/>
          </p:cNvSpPr>
          <p:nvPr>
            <p:ph/>
          </p:nvPr>
        </p:nvSpPr>
        <p:spPr>
          <a:xfrm>
            <a:off x="540000" y="1260000"/>
            <a:ext cx="8999280" cy="255960"/>
          </a:xfrm>
          <a:prstGeom prst="rect">
            <a:avLst/>
          </a:prstGeom>
          <a:noFill/>
          <a:ln w="0">
            <a:noFill/>
          </a:ln>
        </p:spPr>
        <p:txBody>
          <a:bodyPr lIns="0" tIns="0" rIns="0" bIns="0" anchor="t">
            <a:noAutofit/>
          </a:bodyPr>
          <a:lstStyle/>
          <a:p>
            <a:pPr marL="432000" indent="-324000">
              <a:lnSpc>
                <a:spcPct val="100000"/>
              </a:lnSpc>
              <a:spcBef>
                <a:spcPts val="1057"/>
              </a:spcBef>
              <a:buClr>
                <a:srgbClr val="FF6600"/>
              </a:buClr>
              <a:buSzPct val="45000"/>
              <a:buFont typeface="Wingdings" charset="2"/>
              <a:buChar char=""/>
            </a:pPr>
            <a:r>
              <a:rPr lang="en-US" sz="1800" b="0" strike="noStrike" spc="-1">
                <a:latin typeface="Arial"/>
                <a:ea typeface="Noto Sans CJK SC"/>
              </a:rPr>
              <a:t>In the ProfileScreen composable, you can receive and use the arguments:</a:t>
            </a:r>
            <a:endParaRPr lang="en-US" sz="1800" b="0" strike="noStrike" spc="-1">
              <a:latin typeface="Arial"/>
            </a:endParaRPr>
          </a:p>
        </p:txBody>
      </p:sp>
      <p:pic>
        <p:nvPicPr>
          <p:cNvPr id="273" name="Picture 272"/>
          <p:cNvPicPr/>
          <p:nvPr/>
        </p:nvPicPr>
        <p:blipFill>
          <a:blip r:embed="rId2"/>
          <a:stretch/>
        </p:blipFill>
        <p:spPr>
          <a:xfrm>
            <a:off x="1288080" y="1828800"/>
            <a:ext cx="4426560" cy="990000"/>
          </a:xfrm>
          <a:prstGeom prst="rect">
            <a:avLst/>
          </a:prstGeom>
          <a:ln w="0">
            <a:noFill/>
          </a:ln>
        </p:spPr>
      </p:pic>
      <p:sp>
        <p:nvSpPr>
          <p:cNvPr id="4" name="PlaceHolder 3"/>
          <p:cNvSpPr>
            <a:spLocks noGrp="1"/>
          </p:cNvSpPr>
          <p:nvPr>
            <p:ph type="sldNum" idx="8"/>
          </p:nvPr>
        </p:nvSpPr>
        <p:spPr/>
        <p:txBody>
          <a:bodyPr/>
          <a:lstStyle/>
          <a:p>
            <a:fld id="{69959DF1-53F2-4A18-AC6A-A794CB7356A0}" type="slidenum">
              <a:t>22</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231</TotalTime>
  <Words>1188</Words>
  <Application>Microsoft Office PowerPoint</Application>
  <PresentationFormat>Custom</PresentationFormat>
  <Paragraphs>94</Paragraphs>
  <Slides>22</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22</vt:i4>
      </vt:variant>
    </vt:vector>
  </HeadingPairs>
  <TitlesOfParts>
    <vt:vector size="31" baseType="lpstr">
      <vt:lpstr>Arial</vt:lpstr>
      <vt:lpstr>Symbol</vt:lpstr>
      <vt:lpstr>Times New Roman</vt:lpstr>
      <vt:lpstr>Wingdings</vt:lpstr>
      <vt:lpstr>Office Theme</vt:lpstr>
      <vt:lpstr>Office Theme</vt:lpstr>
      <vt:lpstr>Office Theme</vt:lpstr>
      <vt:lpstr>Office Theme</vt:lpstr>
      <vt:lpstr>Office Theme</vt:lpstr>
      <vt:lpstr>Jetpack Compose Navigation</vt:lpstr>
      <vt:lpstr>Lesson 4 - Navigations</vt:lpstr>
      <vt:lpstr>Intents</vt:lpstr>
      <vt:lpstr>Intent and its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Navigation in Composables</vt:lpstr>
      <vt:lpstr>Navigation</vt:lpstr>
      <vt:lpstr>Benefits and features</vt:lpstr>
      <vt:lpstr>Overview of Navigation</vt:lpstr>
      <vt:lpstr>Step 1 - Navigation with Compose </vt:lpstr>
      <vt:lpstr>Step 2 - Create NavController</vt:lpstr>
      <vt:lpstr>Step 3 – Create Composables</vt:lpstr>
      <vt:lpstr>Step 4 - Create NavHost</vt:lpstr>
      <vt:lpstr>Step 5 - Handling Navigation</vt:lpstr>
      <vt:lpstr>Receive Arguments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Pencil</dc:title>
  <dc:subject/>
  <dc:creator/>
  <dc:description/>
  <cp:lastModifiedBy>Nisar Ahmed</cp:lastModifiedBy>
  <cp:revision>117</cp:revision>
  <dcterms:created xsi:type="dcterms:W3CDTF">2024-02-21T14:05:33Z</dcterms:created>
  <dcterms:modified xsi:type="dcterms:W3CDTF">2025-06-11T06:08:07Z</dcterms:modified>
  <dc:language>en-US</dc:language>
</cp:coreProperties>
</file>